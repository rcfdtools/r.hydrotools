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8" r:id="rId4"/>
  </p:sldMasterIdLst>
  <p:notesMasterIdLst>
    <p:notesMasterId r:id="rId10"/>
  </p:notesMasterIdLst>
  <p:handoutMasterIdLst>
    <p:handoutMasterId r:id="rId11"/>
  </p:handoutMasterIdLst>
  <p:sldIdLst>
    <p:sldId id="377" r:id="rId5"/>
    <p:sldId id="409" r:id="rId6"/>
    <p:sldId id="319" r:id="rId7"/>
    <p:sldId id="341" r:id="rId8"/>
    <p:sldId id="408" r:id="rId9"/>
  </p:sldIdLst>
  <p:sldSz cx="12192000" cy="6858000"/>
  <p:notesSz cx="6858000" cy="9144000"/>
  <p:defaultText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6194743-3C7C-499C-B327-CF08643433A4}">
          <p14:sldIdLst>
            <p14:sldId id="377"/>
            <p14:sldId id="409"/>
            <p14:sldId id="319"/>
            <p14:sldId id="341"/>
            <p14:sldId id="40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0F0F0"/>
    <a:srgbClr val="1BCEFB"/>
    <a:srgbClr val="1B1464"/>
    <a:srgbClr val="3E3E3E"/>
    <a:srgbClr val="00C57F"/>
    <a:srgbClr val="990000"/>
    <a:srgbClr val="F8F8F8"/>
    <a:srgbClr val="FAFAFA"/>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Estilo o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81" autoAdjust="0"/>
    <p:restoredTop sz="94510" autoAdjust="0"/>
  </p:normalViewPr>
  <p:slideViewPr>
    <p:cSldViewPr snapToGrid="0" showGuides="1">
      <p:cViewPr varScale="1">
        <p:scale>
          <a:sx n="104" d="100"/>
          <a:sy n="104" d="100"/>
        </p:scale>
        <p:origin x="1014" y="48"/>
      </p:cViewPr>
      <p:guideLst>
        <p:guide orient="horz" pos="2160"/>
        <p:guide pos="3840"/>
      </p:guideLst>
    </p:cSldViewPr>
  </p:slid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90" d="100"/>
          <a:sy n="90" d="100"/>
        </p:scale>
        <p:origin x="3774" y="78"/>
      </p:cViewPr>
      <p:guideLst/>
    </p:cSldViewPr>
  </p:notesViewPr>
  <p:gridSpacing cx="1522800" cy="1522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posición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AB3E6E3-061B-41A2-BBDC-C5312A04A40A}" type="datetime1">
              <a:rPr lang="es-ES" smtClean="0"/>
              <a:t>08/05/2026</a:t>
            </a:fld>
            <a:endParaRPr lang="es-ES" dirty="0"/>
          </a:p>
        </p:txBody>
      </p:sp>
      <p:sp>
        <p:nvSpPr>
          <p:cNvPr id="4" name="Marcador de posición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78FE58C-C1A6-4C4C-90C2-B7F5B0504B2D}" type="slidenum">
              <a:rPr lang="es-ES" smtClean="0"/>
              <a:t>‹#›</a:t>
            </a:fld>
            <a:endParaRPr lang="es-ES" dirty="0"/>
          </a:p>
        </p:txBody>
      </p:sp>
    </p:spTree>
    <p:extLst>
      <p:ext uri="{BB962C8B-B14F-4D97-AF65-F5344CB8AC3E}">
        <p14:creationId xmlns:p14="http://schemas.microsoft.com/office/powerpoint/2010/main" val="40346050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2145992C-CBBF-4F24-8325-F5CB0EAAC0E9}" type="datetime1">
              <a:rPr lang="es-ES" noProof="0" smtClean="0"/>
              <a:t>08/05/2026</a:t>
            </a:fld>
            <a:endParaRPr lang="es-ES" noProof="0"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_tradn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Editar el estilo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10E1E9A-E921-4174-A0FC-51868D7AC568}" type="slidenum">
              <a:rPr lang="es-ES" noProof="0" smtClean="0"/>
              <a:t>‹#›</a:t>
            </a:fld>
            <a:endParaRPr lang="es-ES" noProof="0" dirty="0"/>
          </a:p>
        </p:txBody>
      </p:sp>
    </p:spTree>
    <p:extLst>
      <p:ext uri="{BB962C8B-B14F-4D97-AF65-F5344CB8AC3E}">
        <p14:creationId xmlns:p14="http://schemas.microsoft.com/office/powerpoint/2010/main" val="373786009"/>
      </p:ext>
    </p:extLst>
  </p:cSld>
  <p:clrMap bg1="lt1" tx1="dk1" bg2="lt2" tx2="dk2" accent1="accent1" accent2="accent2" accent3="accent3" accent4="accent4" accent5="accent5" accent6="accent6" hlink="hlink" folHlink="folHlink"/>
  <p:hf hdr="0" ftr="0" dt="0"/>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a:t>
            </a:fld>
            <a:endParaRPr lang="es-ES" noProof="0" dirty="0"/>
          </a:p>
        </p:txBody>
      </p:sp>
    </p:spTree>
    <p:extLst>
      <p:ext uri="{BB962C8B-B14F-4D97-AF65-F5344CB8AC3E}">
        <p14:creationId xmlns:p14="http://schemas.microsoft.com/office/powerpoint/2010/main" val="3425303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0972E-4145-7572-0243-47049E524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2441A-7FFD-D974-2849-DB25C963B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DE533-4A50-B8E3-8E9E-F7171FFC0409}"/>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56CB3BFF-2FDB-05CD-3E63-547BB83723D5}"/>
              </a:ext>
            </a:extLst>
          </p:cNvPr>
          <p:cNvSpPr>
            <a:spLocks noGrp="1"/>
          </p:cNvSpPr>
          <p:nvPr>
            <p:ph type="sldNum" sz="quarter" idx="5"/>
          </p:nvPr>
        </p:nvSpPr>
        <p:spPr/>
        <p:txBody>
          <a:bodyPr/>
          <a:lstStyle/>
          <a:p>
            <a:pPr rtl="0"/>
            <a:fld id="{810E1E9A-E921-4174-A0FC-51868D7AC568}" type="slidenum">
              <a:rPr lang="es-ES" noProof="0" smtClean="0"/>
              <a:t>2</a:t>
            </a:fld>
            <a:endParaRPr lang="es-ES" noProof="0" dirty="0"/>
          </a:p>
        </p:txBody>
      </p:sp>
    </p:spTree>
    <p:extLst>
      <p:ext uri="{BB962C8B-B14F-4D97-AF65-F5344CB8AC3E}">
        <p14:creationId xmlns:p14="http://schemas.microsoft.com/office/powerpoint/2010/main" val="2163688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dirty="0"/>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3</a:t>
            </a:fld>
            <a:endParaRPr lang="es-ES" noProof="0" dirty="0"/>
          </a:p>
        </p:txBody>
      </p:sp>
    </p:spTree>
    <p:extLst>
      <p:ext uri="{BB962C8B-B14F-4D97-AF65-F5344CB8AC3E}">
        <p14:creationId xmlns:p14="http://schemas.microsoft.com/office/powerpoint/2010/main" val="1087390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200" b="0" i="0" dirty="0">
              <a:solidFill>
                <a:srgbClr val="24292F"/>
              </a:solidFill>
              <a:effectLst/>
              <a:latin typeface="-apple-system"/>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4</a:t>
            </a:fld>
            <a:endParaRPr lang="es-ES" noProof="0" dirty="0"/>
          </a:p>
        </p:txBody>
      </p:sp>
    </p:spTree>
    <p:extLst>
      <p:ext uri="{BB962C8B-B14F-4D97-AF65-F5344CB8AC3E}">
        <p14:creationId xmlns:p14="http://schemas.microsoft.com/office/powerpoint/2010/main" val="3690597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sz="1200" b="0" i="0" dirty="0">
              <a:solidFill>
                <a:srgbClr val="24292F"/>
              </a:solidFill>
              <a:effectLst/>
              <a:latin typeface="-apple-system"/>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5</a:t>
            </a:fld>
            <a:endParaRPr lang="es-ES" noProof="0" dirty="0"/>
          </a:p>
        </p:txBody>
      </p:sp>
    </p:spTree>
    <p:extLst>
      <p:ext uri="{BB962C8B-B14F-4D97-AF65-F5344CB8AC3E}">
        <p14:creationId xmlns:p14="http://schemas.microsoft.com/office/powerpoint/2010/main" val="4107136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bienvenida e introducció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000" y="720000"/>
            <a:ext cx="6840000" cy="2880000"/>
          </a:xfrm>
        </p:spPr>
        <p:txBody>
          <a:bodyPr anchor="t" anchorCtr="0">
            <a:normAutofit/>
          </a:bodyPr>
          <a:lstStyle>
            <a:lvl1pPr algn="l">
              <a:defRPr sz="2600"/>
            </a:lvl1pPr>
          </a:lstStyle>
          <a:p>
            <a:r>
              <a:rPr lang="es-ES" dirty="0"/>
              <a:t>Ingrese aquí el título de la sección, actividad o clase</a:t>
            </a:r>
            <a:endParaRPr lang="en-US" dirty="0"/>
          </a:p>
        </p:txBody>
      </p:sp>
      <p:sp>
        <p:nvSpPr>
          <p:cNvPr id="3" name="Subtitle 2"/>
          <p:cNvSpPr>
            <a:spLocks noGrp="1"/>
          </p:cNvSpPr>
          <p:nvPr>
            <p:ph type="subTitle" idx="1" hasCustomPrompt="1"/>
          </p:nvPr>
        </p:nvSpPr>
        <p:spPr>
          <a:xfrm>
            <a:off x="720000" y="3701988"/>
            <a:ext cx="6840000" cy="1553775"/>
          </a:xfrm>
        </p:spPr>
        <p:txBody>
          <a:bodyPr>
            <a:normAutofit/>
          </a:bodyPr>
          <a:lstStyle>
            <a:lvl1pPr marL="0" indent="0" algn="l">
              <a:buNone/>
              <a:defRPr sz="2000">
                <a:solidFill>
                  <a:schemeClr val="tx1">
                    <a:lumMod val="75000"/>
                    <a:lumOff val="2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dirty="0"/>
              <a:t>Ingrese aquí un texto descriptivo de esta actividad (opcional)</a:t>
            </a:r>
            <a:endParaRPr lang="en-US" dirty="0"/>
          </a:p>
        </p:txBody>
      </p:sp>
      <p:sp>
        <p:nvSpPr>
          <p:cNvPr id="4" name="Date Placeholder 3"/>
          <p:cNvSpPr>
            <a:spLocks noGrp="1"/>
          </p:cNvSpPr>
          <p:nvPr>
            <p:ph type="dt" sz="half" idx="10"/>
          </p:nvPr>
        </p:nvSpPr>
        <p:spPr/>
        <p:txBody>
          <a:bodyPr/>
          <a:lstStyle/>
          <a:p>
            <a:pPr rtl="0"/>
            <a:fld id="{55224D71-97F5-4B9D-B11B-235152E09E96}" type="datetime1">
              <a:rPr lang="es-ES" noProof="0" smtClean="0"/>
              <a:t>08/05/2026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
        <p:nvSpPr>
          <p:cNvPr id="8" name="Rectangle: Rounded Corners 7">
            <a:extLst>
              <a:ext uri="{FF2B5EF4-FFF2-40B4-BE49-F238E27FC236}">
                <a16:creationId xmlns:a16="http://schemas.microsoft.com/office/drawing/2014/main" id="{564332D5-1933-C57D-42B6-183DC2A4C567}"/>
              </a:ext>
            </a:extLst>
          </p:cNvPr>
          <p:cNvSpPr/>
          <p:nvPr/>
        </p:nvSpPr>
        <p:spPr>
          <a:xfrm>
            <a:off x="720000" y="5598000"/>
            <a:ext cx="613813" cy="54000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21" name="Content Placeholder 20">
            <a:extLst>
              <a:ext uri="{FF2B5EF4-FFF2-40B4-BE49-F238E27FC236}">
                <a16:creationId xmlns:a16="http://schemas.microsoft.com/office/drawing/2014/main" id="{37EDCC3F-5122-AA78-5970-BD245E579433}"/>
              </a:ext>
            </a:extLst>
          </p:cNvPr>
          <p:cNvSpPr>
            <a:spLocks noGrp="1"/>
          </p:cNvSpPr>
          <p:nvPr>
            <p:ph sz="quarter" idx="14" hasCustomPrompt="1"/>
          </p:nvPr>
        </p:nvSpPr>
        <p:spPr>
          <a:xfrm>
            <a:off x="927652" y="5598000"/>
            <a:ext cx="4320000" cy="540000"/>
          </a:xfrm>
          <a:solidFill>
            <a:schemeClr val="bg1">
              <a:lumMod val="75000"/>
            </a:schemeClr>
          </a:solidFill>
        </p:spPr>
        <p:txBody>
          <a:bodyPr anchor="ctr" anchorCtr="0">
            <a:noAutofit/>
          </a:bodyPr>
          <a:lstStyle>
            <a:lvl1pPr marL="0" indent="0">
              <a:buNone/>
              <a:defRPr sz="1800">
                <a:solidFill>
                  <a:schemeClr val="bg1">
                    <a:lumMod val="10000"/>
                  </a:schemeClr>
                </a:solidFill>
                <a:latin typeface="+mn-lt"/>
              </a:defRPr>
            </a:lvl1pPr>
            <a:lvl2pPr>
              <a:defRPr sz="1600"/>
            </a:lvl2pPr>
            <a:lvl3pPr>
              <a:defRPr sz="1400"/>
            </a:lvl3pPr>
            <a:lvl4pPr>
              <a:defRPr sz="1200"/>
            </a:lvl4pPr>
            <a:lvl5pPr>
              <a:defRPr sz="1200"/>
            </a:lvl5pPr>
          </a:lstStyle>
          <a:p>
            <a:r>
              <a:rPr lang="en-US" sz="1800" dirty="0" err="1">
                <a:solidFill>
                  <a:schemeClr val="bg1"/>
                </a:solidFill>
                <a:latin typeface="Segoe UI" panose="020B0502040204020203" pitchFamily="34" charset="0"/>
                <a:cs typeface="Segoe UI" panose="020B0502040204020203" pitchFamily="34" charset="0"/>
              </a:rPr>
              <a:t>Ingrese</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aquí</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su</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nombre</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requerido</a:t>
            </a:r>
            <a:r>
              <a:rPr lang="en-US" sz="1800" dirty="0">
                <a:solidFill>
                  <a:schemeClr val="bg1"/>
                </a:solidFill>
                <a:latin typeface="Segoe UI" panose="020B0502040204020203" pitchFamily="34" charset="0"/>
                <a:cs typeface="Segoe UI" panose="020B0502040204020203" pitchFamily="34" charset="0"/>
              </a:rPr>
              <a:t>)</a:t>
            </a:r>
          </a:p>
        </p:txBody>
      </p:sp>
    </p:spTree>
    <p:extLst>
      <p:ext uri="{BB962C8B-B14F-4D97-AF65-F5344CB8AC3E}">
        <p14:creationId xmlns:p14="http://schemas.microsoft.com/office/powerpoint/2010/main" val="3292397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19999"/>
            <a:ext cx="6840000" cy="810000"/>
          </a:xfrm>
        </p:spPr>
        <p:txBody>
          <a:bodyPr anchor="b" anchorCtr="0">
            <a:normAutofit/>
          </a:bodyPr>
          <a:lstStyle>
            <a:lvl1pPr>
              <a:defRPr sz="2600"/>
            </a:lvl1pPr>
          </a:lstStyle>
          <a:p>
            <a:r>
              <a:rPr lang="es-ES" dirty="0"/>
              <a:t>Ingrese aquí un subtítulo</a:t>
            </a:r>
            <a:endParaRPr lang="en-US" dirty="0"/>
          </a:p>
        </p:txBody>
      </p:sp>
      <p:sp>
        <p:nvSpPr>
          <p:cNvPr id="3" name="Content Placeholder 2"/>
          <p:cNvSpPr>
            <a:spLocks noGrp="1"/>
          </p:cNvSpPr>
          <p:nvPr>
            <p:ph idx="1"/>
          </p:nvPr>
        </p:nvSpPr>
        <p:spPr>
          <a:xfrm>
            <a:off x="720000" y="1620000"/>
            <a:ext cx="6840000" cy="4590000"/>
          </a:xfrm>
        </p:spPr>
        <p:txBody>
          <a:bodyPr/>
          <a:lstStyle>
            <a:lvl1pPr>
              <a:defRPr sz="24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a:xfrm>
            <a:off x="720000" y="6356351"/>
            <a:ext cx="2743200" cy="365125"/>
          </a:xfrm>
        </p:spPr>
        <p:txBody>
          <a:bodyPr/>
          <a:lstStyle/>
          <a:p>
            <a:pPr rtl="0"/>
            <a:fld id="{0D82DBE2-B5E9-4999-A9C0-55ED93FCE73D}" type="datetime1">
              <a:rPr lang="es-ES" noProof="0" smtClean="0"/>
              <a:t>08/05/2026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815808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19999"/>
            <a:ext cx="10753200" cy="810000"/>
          </a:xfrm>
        </p:spPr>
        <p:txBody>
          <a:bodyPr anchor="b" anchorCtr="0">
            <a:normAutofit/>
          </a:bodyPr>
          <a:lstStyle>
            <a:lvl1pPr>
              <a:defRPr sz="2600"/>
            </a:lvl1pPr>
          </a:lstStyle>
          <a:p>
            <a:r>
              <a:rPr lang="es-ES" dirty="0"/>
              <a:t>Ingrese aquí un subtítulo</a:t>
            </a:r>
            <a:endParaRPr lang="en-US" dirty="0"/>
          </a:p>
        </p:txBody>
      </p:sp>
      <p:sp>
        <p:nvSpPr>
          <p:cNvPr id="3" name="Content Placeholder 2"/>
          <p:cNvSpPr>
            <a:spLocks noGrp="1"/>
          </p:cNvSpPr>
          <p:nvPr>
            <p:ph idx="1"/>
          </p:nvPr>
        </p:nvSpPr>
        <p:spPr>
          <a:xfrm>
            <a:off x="720000" y="1620000"/>
            <a:ext cx="10753200" cy="4590000"/>
          </a:xfrm>
        </p:spPr>
        <p:txBody>
          <a:bodyPr/>
          <a:lstStyle>
            <a:lvl1pPr>
              <a:defRPr sz="24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a:xfrm>
            <a:off x="720000" y="6356351"/>
            <a:ext cx="2743200" cy="365125"/>
          </a:xfrm>
        </p:spPr>
        <p:txBody>
          <a:bodyPr/>
          <a:lstStyle/>
          <a:p>
            <a:pPr rtl="0"/>
            <a:fld id="{89B7BC24-C90D-4DAD-A6CB-BBA58C4D57BB}" type="datetime1">
              <a:rPr lang="es-ES" noProof="0" smtClean="0"/>
              <a:t>08/05/2026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509972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1709740"/>
            <a:ext cx="6840000" cy="2852737"/>
          </a:xfrm>
        </p:spPr>
        <p:txBody>
          <a:bodyPr anchor="b">
            <a:normAutofit/>
          </a:bodyPr>
          <a:lstStyle>
            <a:lvl1pPr>
              <a:defRPr sz="2600">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20000" y="4643020"/>
            <a:ext cx="6840000" cy="1446631"/>
          </a:xfrm>
        </p:spPr>
        <p:txBody>
          <a:bodyPr>
            <a:normAutofit/>
          </a:bodyPr>
          <a:lstStyle>
            <a:lvl1pPr marL="0" indent="0">
              <a:buNone/>
              <a:defRPr sz="2000">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s-ES" dirty="0"/>
              <a:t>Ingrese aquí una breve descripción del alcance</a:t>
            </a:r>
          </a:p>
        </p:txBody>
      </p:sp>
      <p:sp>
        <p:nvSpPr>
          <p:cNvPr id="4" name="Date Placeholder 3"/>
          <p:cNvSpPr>
            <a:spLocks noGrp="1"/>
          </p:cNvSpPr>
          <p:nvPr>
            <p:ph type="dt" sz="half" idx="10"/>
          </p:nvPr>
        </p:nvSpPr>
        <p:spPr/>
        <p:txBody>
          <a:bodyPr/>
          <a:lstStyle/>
          <a:p>
            <a:pPr rtl="0"/>
            <a:fld id="{217D4995-77A4-48E5-92B1-2DC992A39FBB}" type="datetime1">
              <a:rPr lang="es-ES" noProof="0" smtClean="0"/>
              <a:t>08/05/2026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333937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1709740"/>
            <a:ext cx="10753200" cy="2852737"/>
          </a:xfrm>
        </p:spPr>
        <p:txBody>
          <a:bodyPr anchor="b">
            <a:normAutofit/>
          </a:bodyPr>
          <a:lstStyle>
            <a:lvl1pPr>
              <a:defRPr sz="2600">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20000" y="4651898"/>
            <a:ext cx="10753200" cy="1437753"/>
          </a:xfrm>
        </p:spPr>
        <p:txBody>
          <a:bodyPr>
            <a:normAutofit/>
          </a:bodyPr>
          <a:lstStyle>
            <a:lvl1pPr marL="0" indent="0">
              <a:buNone/>
              <a:defRPr sz="2000">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s-ES" dirty="0"/>
              <a:t>Ingrese aquí una breve descripción del alcance</a:t>
            </a:r>
          </a:p>
        </p:txBody>
      </p:sp>
      <p:sp>
        <p:nvSpPr>
          <p:cNvPr id="4" name="Date Placeholder 3"/>
          <p:cNvSpPr>
            <a:spLocks noGrp="1"/>
          </p:cNvSpPr>
          <p:nvPr>
            <p:ph type="dt" sz="half" idx="10"/>
          </p:nvPr>
        </p:nvSpPr>
        <p:spPr/>
        <p:txBody>
          <a:bodyPr/>
          <a:lstStyle/>
          <a:p>
            <a:pPr rtl="0"/>
            <a:fld id="{AE8112B3-1F24-452F-80DE-56BF301098EC}" type="datetime1">
              <a:rPr lang="es-ES" noProof="0" smtClean="0"/>
              <a:t>08/05/2026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1733040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68400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Content Placeholder 2"/>
          <p:cNvSpPr>
            <a:spLocks noGrp="1"/>
          </p:cNvSpPr>
          <p:nvPr>
            <p:ph sz="half" idx="1"/>
          </p:nvPr>
        </p:nvSpPr>
        <p:spPr>
          <a:xfrm>
            <a:off x="720000" y="1710000"/>
            <a:ext cx="333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4230000" y="1710000"/>
            <a:ext cx="333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Date Placeholder 4"/>
          <p:cNvSpPr>
            <a:spLocks noGrp="1"/>
          </p:cNvSpPr>
          <p:nvPr>
            <p:ph type="dt" sz="half" idx="10"/>
          </p:nvPr>
        </p:nvSpPr>
        <p:spPr/>
        <p:txBody>
          <a:bodyPr/>
          <a:lstStyle/>
          <a:p>
            <a:pPr rtl="0"/>
            <a:fld id="{39B46DA2-8C2E-44C4-A865-CD3D33CFD45F}" type="datetime1">
              <a:rPr lang="es-ES" noProof="0" smtClean="0"/>
              <a:t>08/05/2026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312616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os objetos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107532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Content Placeholder 2"/>
          <p:cNvSpPr>
            <a:spLocks noGrp="1"/>
          </p:cNvSpPr>
          <p:nvPr>
            <p:ph sz="half" idx="1"/>
          </p:nvPr>
        </p:nvSpPr>
        <p:spPr>
          <a:xfrm>
            <a:off x="720000" y="1710000"/>
            <a:ext cx="522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6252002" y="1710000"/>
            <a:ext cx="522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Date Placeholder 4"/>
          <p:cNvSpPr>
            <a:spLocks noGrp="1"/>
          </p:cNvSpPr>
          <p:nvPr>
            <p:ph type="dt" sz="half" idx="10"/>
          </p:nvPr>
        </p:nvSpPr>
        <p:spPr/>
        <p:txBody>
          <a:bodyPr/>
          <a:lstStyle/>
          <a:p>
            <a:pPr rtl="0"/>
            <a:fld id="{D1525062-C568-4AE5-A98F-45E6D6D3E9AC}" type="datetime1">
              <a:rPr lang="es-ES" noProof="0" smtClean="0"/>
              <a:t>08/05/2026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960689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ación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68400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19999" y="1681163"/>
            <a:ext cx="3330000" cy="823912"/>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primer elemento</a:t>
            </a:r>
          </a:p>
        </p:txBody>
      </p:sp>
      <p:sp>
        <p:nvSpPr>
          <p:cNvPr id="4" name="Content Placeholder 3"/>
          <p:cNvSpPr>
            <a:spLocks noGrp="1"/>
          </p:cNvSpPr>
          <p:nvPr>
            <p:ph sz="half" idx="2"/>
          </p:nvPr>
        </p:nvSpPr>
        <p:spPr>
          <a:xfrm>
            <a:off x="719999" y="2656238"/>
            <a:ext cx="3330000" cy="3481762"/>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Text Placeholder 4"/>
          <p:cNvSpPr>
            <a:spLocks noGrp="1"/>
          </p:cNvSpPr>
          <p:nvPr>
            <p:ph type="body" sz="quarter" idx="3" hasCustomPrompt="1"/>
          </p:nvPr>
        </p:nvSpPr>
        <p:spPr>
          <a:xfrm>
            <a:off x="4230000" y="1696688"/>
            <a:ext cx="3330000" cy="823912"/>
          </a:xfrm>
        </p:spPr>
        <p:txBody>
          <a:bodyPr anchor="b"/>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segundo elemento</a:t>
            </a:r>
          </a:p>
        </p:txBody>
      </p:sp>
      <p:sp>
        <p:nvSpPr>
          <p:cNvPr id="6" name="Content Placeholder 5"/>
          <p:cNvSpPr>
            <a:spLocks noGrp="1"/>
          </p:cNvSpPr>
          <p:nvPr>
            <p:ph sz="quarter" idx="4"/>
          </p:nvPr>
        </p:nvSpPr>
        <p:spPr>
          <a:xfrm>
            <a:off x="4230000" y="2687287"/>
            <a:ext cx="3330000" cy="3466237"/>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Date Placeholder 6"/>
          <p:cNvSpPr>
            <a:spLocks noGrp="1"/>
          </p:cNvSpPr>
          <p:nvPr>
            <p:ph type="dt" sz="half" idx="10"/>
          </p:nvPr>
        </p:nvSpPr>
        <p:spPr/>
        <p:txBody>
          <a:bodyPr/>
          <a:lstStyle/>
          <a:p>
            <a:pPr rtl="0"/>
            <a:fld id="{8EBA81B0-EA87-4E7B-A74D-942650D6BCED}" type="datetime1">
              <a:rPr lang="es-ES" noProof="0" smtClean="0"/>
              <a:t>08/05/2026</a:t>
            </a:fld>
            <a:endParaRPr lang="es-ES" noProof="0" dirty="0"/>
          </a:p>
        </p:txBody>
      </p:sp>
      <p:sp>
        <p:nvSpPr>
          <p:cNvPr id="8" name="Footer Placeholder 7"/>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9" name="Slide Number Placeholder 8"/>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3460816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ación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107532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19999" y="1681163"/>
            <a:ext cx="5220000" cy="823912"/>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primer elemento</a:t>
            </a:r>
          </a:p>
        </p:txBody>
      </p:sp>
      <p:sp>
        <p:nvSpPr>
          <p:cNvPr id="4" name="Content Placeholder 3"/>
          <p:cNvSpPr>
            <a:spLocks noGrp="1"/>
          </p:cNvSpPr>
          <p:nvPr>
            <p:ph sz="half" idx="2"/>
          </p:nvPr>
        </p:nvSpPr>
        <p:spPr>
          <a:xfrm>
            <a:off x="719999" y="2656237"/>
            <a:ext cx="5220000" cy="34817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Text Placeholder 4"/>
          <p:cNvSpPr>
            <a:spLocks noGrp="1"/>
          </p:cNvSpPr>
          <p:nvPr>
            <p:ph type="body" sz="quarter" idx="3" hasCustomPrompt="1"/>
          </p:nvPr>
        </p:nvSpPr>
        <p:spPr>
          <a:xfrm>
            <a:off x="6252000" y="1681163"/>
            <a:ext cx="5220000" cy="823912"/>
          </a:xfrm>
        </p:spPr>
        <p:txBody>
          <a:bodyPr anchor="b"/>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segundo elemento</a:t>
            </a:r>
          </a:p>
        </p:txBody>
      </p:sp>
      <p:sp>
        <p:nvSpPr>
          <p:cNvPr id="6" name="Content Placeholder 5"/>
          <p:cNvSpPr>
            <a:spLocks noGrp="1"/>
          </p:cNvSpPr>
          <p:nvPr>
            <p:ph sz="quarter" idx="4"/>
          </p:nvPr>
        </p:nvSpPr>
        <p:spPr>
          <a:xfrm>
            <a:off x="6252000" y="2656238"/>
            <a:ext cx="5220000" cy="34817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Date Placeholder 6"/>
          <p:cNvSpPr>
            <a:spLocks noGrp="1"/>
          </p:cNvSpPr>
          <p:nvPr>
            <p:ph type="dt" sz="half" idx="10"/>
          </p:nvPr>
        </p:nvSpPr>
        <p:spPr/>
        <p:txBody>
          <a:bodyPr/>
          <a:lstStyle/>
          <a:p>
            <a:pPr rtl="0"/>
            <a:fld id="{F6653BDA-CE15-46D4-A5A4-C9E9758DEFB2}" type="datetime1">
              <a:rPr lang="es-ES" noProof="0" smtClean="0"/>
              <a:t>08/05/2026</a:t>
            </a:fld>
            <a:endParaRPr lang="es-ES" noProof="0" dirty="0"/>
          </a:p>
        </p:txBody>
      </p:sp>
      <p:sp>
        <p:nvSpPr>
          <p:cNvPr id="8" name="Footer Placeholder 7"/>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9" name="Slide Number Placeholder 8"/>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4283966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Solo el título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s-ES" dirty="0"/>
              <a:t>Ingrese aquí el subtítulo</a:t>
            </a:r>
            <a:endParaRPr lang="en-US" dirty="0"/>
          </a:p>
        </p:txBody>
      </p:sp>
      <p:sp>
        <p:nvSpPr>
          <p:cNvPr id="3" name="Date Placeholder 2"/>
          <p:cNvSpPr>
            <a:spLocks noGrp="1"/>
          </p:cNvSpPr>
          <p:nvPr>
            <p:ph type="dt" sz="half" idx="10"/>
          </p:nvPr>
        </p:nvSpPr>
        <p:spPr/>
        <p:txBody>
          <a:bodyPr/>
          <a:lstStyle/>
          <a:p>
            <a:pPr rtl="0"/>
            <a:fld id="{2AB3A384-AAB1-4A76-A43B-EFE930A802BF}" type="datetime1">
              <a:rPr lang="es-ES" noProof="0" smtClean="0"/>
              <a:t>08/05/2026</a:t>
            </a:fld>
            <a:endParaRPr lang="es-ES" noProof="0" dirty="0"/>
          </a:p>
        </p:txBody>
      </p:sp>
      <p:sp>
        <p:nvSpPr>
          <p:cNvPr id="4" name="Footer Placeholder 3"/>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5" name="Slide Number Placeholder 4"/>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153666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Solo el título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10753200" cy="2160000"/>
          </a:xfrm>
        </p:spPr>
        <p:txBody>
          <a:bodyPr/>
          <a:lstStyle/>
          <a:p>
            <a:r>
              <a:rPr lang="es-ES" dirty="0"/>
              <a:t>Ingrese aquí el subtítulo</a:t>
            </a:r>
            <a:endParaRPr lang="en-US" dirty="0"/>
          </a:p>
        </p:txBody>
      </p:sp>
      <p:sp>
        <p:nvSpPr>
          <p:cNvPr id="3" name="Date Placeholder 2"/>
          <p:cNvSpPr>
            <a:spLocks noGrp="1"/>
          </p:cNvSpPr>
          <p:nvPr>
            <p:ph type="dt" sz="half" idx="10"/>
          </p:nvPr>
        </p:nvSpPr>
        <p:spPr/>
        <p:txBody>
          <a:bodyPr/>
          <a:lstStyle/>
          <a:p>
            <a:pPr rtl="0"/>
            <a:fld id="{95F109E8-29A7-4A4D-BBAF-954B5246DC6B}" type="datetime1">
              <a:rPr lang="es-ES" noProof="0" smtClean="0"/>
              <a:t>08/05/2026</a:t>
            </a:fld>
            <a:endParaRPr lang="es-ES" noProof="0" dirty="0"/>
          </a:p>
        </p:txBody>
      </p:sp>
      <p:sp>
        <p:nvSpPr>
          <p:cNvPr id="4" name="Footer Placeholder 3"/>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5" name="Slide Number Placeholder 4"/>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331846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fld id="{3EDF4B7F-437B-43B6-8193-868254AADFEB}" type="datetime1">
              <a:rPr lang="es-ES" noProof="0" smtClean="0"/>
              <a:t>08/05/2026</a:t>
            </a:fld>
            <a:endParaRPr lang="es-ES" noProof="0" dirty="0"/>
          </a:p>
        </p:txBody>
      </p:sp>
      <p:sp>
        <p:nvSpPr>
          <p:cNvPr id="3" name="Footer Placeholder 2"/>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4" name="Slide Number Placeholder 3"/>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1491661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ido con título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9999" y="720000"/>
            <a:ext cx="4140000" cy="810000"/>
          </a:xfrm>
        </p:spPr>
        <p:txBody>
          <a:bodyPr anchor="t" anchorCtr="0">
            <a:normAutofit/>
          </a:bodyPr>
          <a:lstStyle>
            <a:lvl1pPr>
              <a:defRPr sz="2600"/>
            </a:lvl1pPr>
          </a:lstStyle>
          <a:p>
            <a:r>
              <a:rPr lang="es-ES" dirty="0"/>
              <a:t>Ingrese aquí el subtítulo</a:t>
            </a:r>
            <a:endParaRPr lang="en-US" dirty="0"/>
          </a:p>
        </p:txBody>
      </p:sp>
      <p:sp>
        <p:nvSpPr>
          <p:cNvPr id="3" name="Content Placeholder 2"/>
          <p:cNvSpPr>
            <a:spLocks noGrp="1"/>
          </p:cNvSpPr>
          <p:nvPr>
            <p:ph idx="1"/>
          </p:nvPr>
        </p:nvSpPr>
        <p:spPr>
          <a:xfrm>
            <a:off x="5183188" y="720001"/>
            <a:ext cx="6288812" cy="5409468"/>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Text Placeholder 3"/>
          <p:cNvSpPr>
            <a:spLocks noGrp="1"/>
          </p:cNvSpPr>
          <p:nvPr>
            <p:ph type="body" sz="half" idx="2" hasCustomPrompt="1"/>
          </p:nvPr>
        </p:nvSpPr>
        <p:spPr>
          <a:xfrm>
            <a:off x="720000" y="1719468"/>
            <a:ext cx="4139999" cy="4410000"/>
          </a:xfrm>
        </p:spPr>
        <p:txBody>
          <a:bodyPr>
            <a:normAutofit/>
          </a:bodyPr>
          <a:lstStyle>
            <a:lvl1pPr marL="0" indent="0">
              <a:buNone/>
              <a:defRPr sz="20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dirty="0"/>
              <a:t>Ingrese aquí el texto descriptivo de la imagen</a:t>
            </a:r>
          </a:p>
        </p:txBody>
      </p:sp>
      <p:sp>
        <p:nvSpPr>
          <p:cNvPr id="5" name="Date Placeholder 4"/>
          <p:cNvSpPr>
            <a:spLocks noGrp="1"/>
          </p:cNvSpPr>
          <p:nvPr>
            <p:ph type="dt" sz="half" idx="10"/>
          </p:nvPr>
        </p:nvSpPr>
        <p:spPr/>
        <p:txBody>
          <a:bodyPr/>
          <a:lstStyle/>
          <a:p>
            <a:pPr rtl="0"/>
            <a:fld id="{5FD9D2A0-9803-4B3F-A6B6-606959F35242}" type="datetime1">
              <a:rPr lang="es-ES" noProof="0" smtClean="0"/>
              <a:t>08/05/2026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217819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Imagen con título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6840000" cy="810000"/>
          </a:xfrm>
        </p:spPr>
        <p:txBody>
          <a:bodyPr anchor="t" anchorCtr="0">
            <a:noAutofit/>
          </a:bodyPr>
          <a:lstStyle>
            <a:lvl1pPr>
              <a:defRPr sz="2600"/>
            </a:lvl1pPr>
          </a:lstStyle>
          <a:p>
            <a:r>
              <a:rPr lang="es-ES" dirty="0"/>
              <a:t>Ingrese aquí el subtítulo</a:t>
            </a:r>
            <a:endParaRPr lang="en-US" dirty="0"/>
          </a:p>
        </p:txBody>
      </p:sp>
      <p:sp>
        <p:nvSpPr>
          <p:cNvPr id="3" name="Picture Placeholder 2"/>
          <p:cNvSpPr>
            <a:spLocks noGrp="1" noChangeAspect="1"/>
          </p:cNvSpPr>
          <p:nvPr>
            <p:ph type="pic" idx="1"/>
          </p:nvPr>
        </p:nvSpPr>
        <p:spPr>
          <a:xfrm>
            <a:off x="719999" y="2340002"/>
            <a:ext cx="6840000" cy="3797998"/>
          </a:xfrm>
        </p:spPr>
        <p:txBody>
          <a:bodyPr anchor="t">
            <a:normAutofit/>
          </a:bodyPr>
          <a:lstStyle>
            <a:lvl1pPr marL="0" indent="0">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hasCustomPrompt="1"/>
          </p:nvPr>
        </p:nvSpPr>
        <p:spPr>
          <a:xfrm>
            <a:off x="720000" y="1530001"/>
            <a:ext cx="6840000" cy="810000"/>
          </a:xfrm>
        </p:spPr>
        <p:txBody>
          <a:bodyPr>
            <a:normAutofit/>
          </a:bodyPr>
          <a:lstStyle>
            <a:lvl1pPr marL="0" indent="0">
              <a:buNone/>
              <a:defRPr sz="20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dirty="0"/>
              <a:t>Ingrese aquí el texto descriptivo de la imagen</a:t>
            </a:r>
          </a:p>
        </p:txBody>
      </p:sp>
      <p:sp>
        <p:nvSpPr>
          <p:cNvPr id="5" name="Date Placeholder 4"/>
          <p:cNvSpPr>
            <a:spLocks noGrp="1"/>
          </p:cNvSpPr>
          <p:nvPr>
            <p:ph type="dt" sz="half" idx="10"/>
          </p:nvPr>
        </p:nvSpPr>
        <p:spPr/>
        <p:txBody>
          <a:bodyPr/>
          <a:lstStyle/>
          <a:p>
            <a:pPr rtl="0"/>
            <a:fld id="{B48CB6FA-6884-4007-A174-A67BE7A1CA93}" type="datetime1">
              <a:rPr lang="es-ES" noProof="0" smtClean="0"/>
              <a:t>08/05/2026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862299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Imagen con título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4140000" cy="810000"/>
          </a:xfrm>
        </p:spPr>
        <p:txBody>
          <a:bodyPr anchor="t" anchorCtr="0">
            <a:noAutofit/>
          </a:bodyPr>
          <a:lstStyle>
            <a:lvl1pPr>
              <a:defRPr sz="2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720000"/>
            <a:ext cx="6288812" cy="5417999"/>
          </a:xfrm>
        </p:spPr>
        <p:txBody>
          <a:bodyPr anchor="t">
            <a:normAutofit/>
          </a:bodyPr>
          <a:lstStyle>
            <a:lvl1pPr marL="0" indent="0">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720000" y="1729408"/>
            <a:ext cx="4140000" cy="4408591"/>
          </a:xfrm>
        </p:spPr>
        <p:txBody>
          <a:bodyPr>
            <a:normAutofit/>
          </a:bodyPr>
          <a:lstStyle>
            <a:lvl1pPr marL="0" indent="0">
              <a:buNone/>
              <a:defRPr sz="20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dirty="0"/>
              <a:t>Haga clic para modificar los estilos de texto del patrón</a:t>
            </a:r>
          </a:p>
        </p:txBody>
      </p:sp>
      <p:sp>
        <p:nvSpPr>
          <p:cNvPr id="5" name="Date Placeholder 4"/>
          <p:cNvSpPr>
            <a:spLocks noGrp="1"/>
          </p:cNvSpPr>
          <p:nvPr>
            <p:ph type="dt" sz="half" idx="10"/>
          </p:nvPr>
        </p:nvSpPr>
        <p:spPr/>
        <p:txBody>
          <a:bodyPr/>
          <a:lstStyle/>
          <a:p>
            <a:pPr rtl="0"/>
            <a:fld id="{DCA87387-1199-4F13-92EC-EA845724990E}" type="datetime1">
              <a:rPr lang="es-ES" noProof="0" smtClean="0"/>
              <a:t>08/05/2026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39221854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0277B9E3-6C0A-45A5-BAE5-CD19B242173D}" type="datetime1">
              <a:rPr lang="es-ES" noProof="0" smtClean="0"/>
              <a:t>08/05/2026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18757247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AB41DD2C-FA4F-413E-A1B5-23565A0780B7}" type="datetime1">
              <a:rPr lang="es-ES" noProof="0" smtClean="0"/>
              <a:t>08/05/2026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1858931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0000" y="720000"/>
            <a:ext cx="6840000" cy="2160000"/>
          </a:xfrm>
          <a:prstGeom prst="rect">
            <a:avLst/>
          </a:prstGeom>
        </p:spPr>
        <p:txBody>
          <a:bodyPr vert="horz" lIns="91440" tIns="45720" rIns="91440" bIns="45720" rtlCol="0" anchor="t" anchorCtr="0">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720000" y="2880000"/>
            <a:ext cx="6840000" cy="2160000"/>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7200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72696FBB-EB5C-4293-9014-59E70AE1A5E6}" type="datetime1">
              <a:rPr lang="es-ES" noProof="0" smtClean="0"/>
              <a:t>08/05/2026</a:t>
            </a:fld>
            <a:endParaRPr lang="es-ES" noProof="0"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4"/>
          </p:nvPr>
        </p:nvSpPr>
        <p:spPr>
          <a:xfrm>
            <a:off x="87288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2162769115"/>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90" r:id="rId3"/>
    <p:sldLayoutId id="2147483781" r:id="rId4"/>
    <p:sldLayoutId id="2147483791" r:id="rId5"/>
    <p:sldLayoutId id="2147483782" r:id="rId6"/>
    <p:sldLayoutId id="2147483792" r:id="rId7"/>
    <p:sldLayoutId id="2147483783" r:id="rId8"/>
    <p:sldLayoutId id="2147483793" r:id="rId9"/>
    <p:sldLayoutId id="2147483784" r:id="rId10"/>
    <p:sldLayoutId id="2147483794" r:id="rId11"/>
    <p:sldLayoutId id="2147483785" r:id="rId12"/>
    <p:sldLayoutId id="2147483786" r:id="rId13"/>
    <p:sldLayoutId id="2147483787" r:id="rId14"/>
    <p:sldLayoutId id="2147483795" r:id="rId15"/>
    <p:sldLayoutId id="2147483788" r:id="rId16"/>
    <p:sldLayoutId id="2147483789"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377"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Single Corner Rounded 3">
            <a:extLst>
              <a:ext uri="{FF2B5EF4-FFF2-40B4-BE49-F238E27FC236}">
                <a16:creationId xmlns:a16="http://schemas.microsoft.com/office/drawing/2014/main" id="{1CEF7EA5-1DB3-1882-1A14-2C63C7B159BC}"/>
              </a:ext>
            </a:extLst>
          </p:cNvPr>
          <p:cNvSpPr/>
          <p:nvPr/>
        </p:nvSpPr>
        <p:spPr>
          <a:xfrm>
            <a:off x="559391" y="2995237"/>
            <a:ext cx="11073218" cy="1676400"/>
          </a:xfrm>
          <a:prstGeom prst="round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3200" dirty="0">
                <a:solidFill>
                  <a:schemeClr val="tx1"/>
                </a:solidFill>
                <a:latin typeface="Segoe UI" panose="020B0502040204020203" pitchFamily="34" charset="0"/>
                <a:cs typeface="Segoe UI" panose="020B0502040204020203" pitchFamily="34" charset="0"/>
              </a:rPr>
              <a:t>Estudio y Análisis de la </a:t>
            </a:r>
            <a:r>
              <a:rPr lang="es-CO" sz="3200" b="1" dirty="0">
                <a:solidFill>
                  <a:schemeClr val="tx1"/>
                </a:solidFill>
                <a:latin typeface="Segoe UI" panose="020B0502040204020203" pitchFamily="34" charset="0"/>
                <a:cs typeface="Segoe UI" panose="020B0502040204020203" pitchFamily="34" charset="0"/>
              </a:rPr>
              <a:t>Precipitación Máxima en 24 Horas</a:t>
            </a:r>
            <a:r>
              <a:rPr lang="es-CO" sz="3200" dirty="0">
                <a:solidFill>
                  <a:schemeClr val="tx1"/>
                </a:solidFill>
                <a:latin typeface="Segoe UI" panose="020B0502040204020203" pitchFamily="34" charset="0"/>
                <a:cs typeface="Segoe UI" panose="020B0502040204020203" pitchFamily="34" charset="0"/>
              </a:rPr>
              <a:t> (Pmax24h) en la Red de Estaciones Climatológicas Automáticas de Colombia</a:t>
            </a:r>
            <a:endParaRPr lang="es-CO" sz="2400" b="1" i="1" dirty="0">
              <a:solidFill>
                <a:schemeClr val="tx1"/>
              </a:solidFill>
              <a:latin typeface="Segoe UI" panose="020B0502040204020203" pitchFamily="34" charset="0"/>
              <a:cs typeface="Segoe UI" panose="020B0502040204020203" pitchFamily="34" charset="0"/>
            </a:endParaRPr>
          </a:p>
        </p:txBody>
      </p:sp>
      <p:sp>
        <p:nvSpPr>
          <p:cNvPr id="11" name="Rectangle: Single Corner Rounded 10">
            <a:extLst>
              <a:ext uri="{FF2B5EF4-FFF2-40B4-BE49-F238E27FC236}">
                <a16:creationId xmlns:a16="http://schemas.microsoft.com/office/drawing/2014/main" id="{2C80FC11-41EB-E8AE-7DA7-34A107F65167}"/>
              </a:ext>
            </a:extLst>
          </p:cNvPr>
          <p:cNvSpPr/>
          <p:nvPr/>
        </p:nvSpPr>
        <p:spPr>
          <a:xfrm>
            <a:off x="10034312" y="6493987"/>
            <a:ext cx="2157688" cy="364013"/>
          </a:xfrm>
          <a:prstGeom prst="round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CO" sz="1200" dirty="0">
                <a:solidFill>
                  <a:schemeClr val="tx1"/>
                </a:solidFill>
                <a:latin typeface="Segoe UI" panose="020B0502040204020203" pitchFamily="34" charset="0"/>
                <a:cs typeface="Segoe UI" panose="020B0502040204020203" pitchFamily="34" charset="0"/>
              </a:rPr>
              <a:t>Versión: 20260508</a:t>
            </a:r>
          </a:p>
        </p:txBody>
      </p:sp>
      <p:grpSp>
        <p:nvGrpSpPr>
          <p:cNvPr id="16" name="Group 15">
            <a:extLst>
              <a:ext uri="{FF2B5EF4-FFF2-40B4-BE49-F238E27FC236}">
                <a16:creationId xmlns:a16="http://schemas.microsoft.com/office/drawing/2014/main" id="{55A586B6-54A4-3BE2-87FE-712A4948DADD}"/>
              </a:ext>
            </a:extLst>
          </p:cNvPr>
          <p:cNvGrpSpPr/>
          <p:nvPr/>
        </p:nvGrpSpPr>
        <p:grpSpPr>
          <a:xfrm>
            <a:off x="158387" y="63706"/>
            <a:ext cx="11910727" cy="1080000"/>
            <a:chOff x="158387" y="63706"/>
            <a:chExt cx="11910727" cy="1080000"/>
          </a:xfrm>
        </p:grpSpPr>
        <p:pic>
          <p:nvPicPr>
            <p:cNvPr id="2" name="Graphic 1">
              <a:extLst>
                <a:ext uri="{FF2B5EF4-FFF2-40B4-BE49-F238E27FC236}">
                  <a16:creationId xmlns:a16="http://schemas.microsoft.com/office/drawing/2014/main" id="{2152FA03-B84E-2189-E895-0D22CF27F7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387" y="153706"/>
              <a:ext cx="1732218" cy="900000"/>
            </a:xfrm>
            <a:prstGeom prst="rect">
              <a:avLst/>
            </a:prstGeom>
          </p:spPr>
        </p:pic>
        <p:sp>
          <p:nvSpPr>
            <p:cNvPr id="8" name="Rectangle: Single Corner Rounded 7">
              <a:extLst>
                <a:ext uri="{FF2B5EF4-FFF2-40B4-BE49-F238E27FC236}">
                  <a16:creationId xmlns:a16="http://schemas.microsoft.com/office/drawing/2014/main" id="{65CDB631-B46A-D37B-369A-FF39A42D5EEB}"/>
                </a:ext>
              </a:extLst>
            </p:cNvPr>
            <p:cNvSpPr/>
            <p:nvPr/>
          </p:nvSpPr>
          <p:spPr>
            <a:xfrm>
              <a:off x="5596680" y="156186"/>
              <a:ext cx="5443942" cy="924220"/>
            </a:xfrm>
            <a:prstGeom prst="round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CO" dirty="0">
                  <a:solidFill>
                    <a:schemeClr val="tx1"/>
                  </a:solidFill>
                  <a:latin typeface="Segoe UI" panose="020B0502040204020203" pitchFamily="34" charset="0"/>
                  <a:cs typeface="Segoe UI" panose="020B0502040204020203" pitchFamily="34" charset="0"/>
                </a:rPr>
                <a:t>XXVI Seminario Nacional de Hidráulica e Hidrología</a:t>
              </a:r>
            </a:p>
            <a:p>
              <a:pPr algn="r"/>
              <a:r>
                <a:rPr lang="es-CO" sz="1600" dirty="0">
                  <a:solidFill>
                    <a:schemeClr val="tx1"/>
                  </a:solidFill>
                  <a:latin typeface="Segoe UI" panose="020B0502040204020203" pitchFamily="34" charset="0"/>
                  <a:cs typeface="Segoe UI" panose="020B0502040204020203" pitchFamily="34" charset="0"/>
                </a:rPr>
                <a:t>13 al 15 de mayo de 2026</a:t>
              </a:r>
            </a:p>
          </p:txBody>
        </p:sp>
        <p:pic>
          <p:nvPicPr>
            <p:cNvPr id="13" name="Picture 12">
              <a:extLst>
                <a:ext uri="{FF2B5EF4-FFF2-40B4-BE49-F238E27FC236}">
                  <a16:creationId xmlns:a16="http://schemas.microsoft.com/office/drawing/2014/main" id="{8AD98D2E-95F8-AC92-185C-112D2E8EC91B}"/>
                </a:ext>
              </a:extLst>
            </p:cNvPr>
            <p:cNvPicPr>
              <a:picLocks noChangeAspect="1"/>
            </p:cNvPicPr>
            <p:nvPr/>
          </p:nvPicPr>
          <p:blipFill>
            <a:blip r:embed="rId4"/>
            <a:srcRect l="12766" t="7559" r="12675" b="8206"/>
            <a:stretch>
              <a:fillRect/>
            </a:stretch>
          </p:blipFill>
          <p:spPr>
            <a:xfrm>
              <a:off x="11113156" y="63706"/>
              <a:ext cx="955958" cy="1080000"/>
            </a:xfrm>
            <a:prstGeom prst="rect">
              <a:avLst/>
            </a:prstGeom>
          </p:spPr>
        </p:pic>
      </p:grpSp>
      <p:sp>
        <p:nvSpPr>
          <p:cNvPr id="15" name="Rectangle: Single Corner Rounded 14">
            <a:extLst>
              <a:ext uri="{FF2B5EF4-FFF2-40B4-BE49-F238E27FC236}">
                <a16:creationId xmlns:a16="http://schemas.microsoft.com/office/drawing/2014/main" id="{73D166C1-3DC3-7679-1661-71166B92328D}"/>
              </a:ext>
            </a:extLst>
          </p:cNvPr>
          <p:cNvSpPr/>
          <p:nvPr/>
        </p:nvSpPr>
        <p:spPr>
          <a:xfrm>
            <a:off x="0" y="6493987"/>
            <a:ext cx="2895055" cy="364013"/>
          </a:xfrm>
          <a:prstGeom prst="round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sz="1200" i="1" dirty="0">
                <a:solidFill>
                  <a:schemeClr val="tx1"/>
                </a:solidFill>
                <a:latin typeface="Segoe UI" panose="020B0502040204020203" pitchFamily="34" charset="0"/>
                <a:cs typeface="Segoe UI" panose="020B0502040204020203" pitchFamily="34" charset="0"/>
              </a:rPr>
              <a:t>Centro de Estudios Hidráulicos</a:t>
            </a:r>
          </a:p>
        </p:txBody>
      </p:sp>
    </p:spTree>
    <p:extLst>
      <p:ext uri="{BB962C8B-B14F-4D97-AF65-F5344CB8AC3E}">
        <p14:creationId xmlns:p14="http://schemas.microsoft.com/office/powerpoint/2010/main" val="3562559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A80B4-FCCA-4249-786F-2FB2E9966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A015F-0E9B-2D0A-30C9-16B917301AED}"/>
              </a:ext>
            </a:extLst>
          </p:cNvPr>
          <p:cNvSpPr>
            <a:spLocks noGrp="1"/>
          </p:cNvSpPr>
          <p:nvPr>
            <p:ph type="title"/>
          </p:nvPr>
        </p:nvSpPr>
        <p:spPr>
          <a:xfrm>
            <a:off x="740557" y="1574226"/>
            <a:ext cx="10710886" cy="3709548"/>
          </a:xfrm>
        </p:spPr>
        <p:txBody>
          <a:bodyPr anchor="t" anchorCtr="0">
            <a:noAutofit/>
          </a:bodyPr>
          <a:lstStyle/>
          <a:p>
            <a:pPr algn="ctr"/>
            <a:r>
              <a:rPr lang="es-CO" sz="320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La precipitación máxima en 24 horas (PMax24h), definida como el </a:t>
            </a:r>
            <a:r>
              <a:rPr lang="es-CO" sz="3200" b="1" dirty="0">
                <a:effectLst/>
                <a:latin typeface="Segoe UI" panose="020B0502040204020203" pitchFamily="34" charset="0"/>
                <a:ea typeface="Segoe UI Black" panose="020B0A02040204020203" pitchFamily="34" charset="0"/>
                <a:cs typeface="Segoe UI" panose="020B0502040204020203" pitchFamily="34" charset="0"/>
              </a:rPr>
              <a:t>mayor acumulado de lluvia en 24 </a:t>
            </a:r>
            <a:r>
              <a:rPr lang="es-CO" sz="3200" dirty="0">
                <a:effectLst/>
                <a:latin typeface="Segoe UI" panose="020B0502040204020203" pitchFamily="34" charset="0"/>
                <a:ea typeface="Segoe UI Black" panose="020B0A02040204020203" pitchFamily="34" charset="0"/>
                <a:cs typeface="Segoe UI" panose="020B0502040204020203" pitchFamily="34" charset="0"/>
              </a:rPr>
              <a:t>horas</a:t>
            </a:r>
            <a:r>
              <a:rPr lang="es-CO" sz="320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registrado en una estación para cada año de observación, es un </a:t>
            </a:r>
            <a:r>
              <a:rPr lang="es-CO" sz="3200" b="1"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insumo clave para la modelación de eventos extremos y dimensionamiento de infraestructura hidráulica</a:t>
            </a:r>
            <a:r>
              <a:rPr lang="es-CO" sz="320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expuesta a lluvias intensas (como puentes, canales, desvíos de ríos, presas y aliviaderos), con el fin de prevenir sobrecostos </a:t>
            </a:r>
            <a:r>
              <a:rPr lang="es-CO" sz="320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o </a:t>
            </a:r>
            <a:r>
              <a:rPr lang="es-CO" sz="320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fallas catastróficas.</a:t>
            </a:r>
            <a:endParaRPr lang="es-CO" sz="3200" dirty="0">
              <a:solidFill>
                <a:schemeClr val="bg1">
                  <a:lumMod val="25000"/>
                </a:schemeClr>
              </a:solidFill>
            </a:endParaRPr>
          </a:p>
        </p:txBody>
      </p:sp>
      <p:sp>
        <p:nvSpPr>
          <p:cNvPr id="8" name="TextBox 7">
            <a:extLst>
              <a:ext uri="{FF2B5EF4-FFF2-40B4-BE49-F238E27FC236}">
                <a16:creationId xmlns:a16="http://schemas.microsoft.com/office/drawing/2014/main" id="{E287DD09-8245-10B5-AE21-08F133514BF5}"/>
              </a:ext>
            </a:extLst>
          </p:cNvPr>
          <p:cNvSpPr txBox="1"/>
          <p:nvPr/>
        </p:nvSpPr>
        <p:spPr>
          <a:xfrm>
            <a:off x="0" y="0"/>
            <a:ext cx="12192000" cy="307777"/>
          </a:xfrm>
          <a:prstGeom prst="rect">
            <a:avLst/>
          </a:prstGeom>
          <a:noFill/>
        </p:spPr>
        <p:txBody>
          <a:bodyPr wrap="square">
            <a:spAutoFit/>
          </a:bodyPr>
          <a:lstStyle/>
          <a:p>
            <a:r>
              <a:rPr lang="es-CO" sz="1400" dirty="0">
                <a:solidFill>
                  <a:schemeClr val="tx1"/>
                </a:solidFill>
                <a:latin typeface="Segoe UI" panose="020B0502040204020203" pitchFamily="34" charset="0"/>
                <a:cs typeface="Segoe UI" panose="020B0502040204020203" pitchFamily="34" charset="0"/>
              </a:rPr>
              <a:t>Estudio y Análisis de la Precipitación Máxima en 24 Horas (Pmax24h) en la Red de Estaciones Climatológicas Automáticas de Colombia</a:t>
            </a:r>
            <a:endParaRPr lang="es-CO" sz="1400" i="1"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78464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F1F77-4EC6-8A06-C80C-CDC4C4F6F78A}"/>
              </a:ext>
            </a:extLst>
          </p:cNvPr>
          <p:cNvSpPr>
            <a:spLocks noGrp="1"/>
          </p:cNvSpPr>
          <p:nvPr>
            <p:ph type="title"/>
          </p:nvPr>
        </p:nvSpPr>
        <p:spPr>
          <a:xfrm>
            <a:off x="239705" y="949309"/>
            <a:ext cx="6266779" cy="5079298"/>
          </a:xfrm>
        </p:spPr>
        <p:txBody>
          <a:bodyPr anchor="t" anchorCtr="0">
            <a:noAutofit/>
          </a:bodyPr>
          <a:lstStyle/>
          <a:p>
            <a:pPr algn="ctr"/>
            <a:r>
              <a:rPr lang="es-CO" sz="320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En este estudio se evalúa el ajuste de registros de PMax24h de la red de estaciones automáticas de Colombia a funciones empíricas de distribución (EDF) y a funciones de distribución de probabilidad paramétricas (PDF). </a:t>
            </a:r>
            <a:br>
              <a:rPr lang="es-CO" sz="320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br>
              <a:rPr lang="es-CO" sz="320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r>
              <a:rPr lang="es-CO" sz="320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Se utilizó la prueba de </a:t>
            </a:r>
            <a:r>
              <a:rPr lang="es-CO" sz="3200" dirty="0" err="1">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Kolmogorov</a:t>
            </a:r>
            <a:r>
              <a:rPr lang="es-CO" sz="320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–Smirnov (K-S) como criterio de evaluación.</a:t>
            </a:r>
            <a:endParaRPr lang="es-CO" sz="3200" dirty="0">
              <a:solidFill>
                <a:schemeClr val="bg1">
                  <a:lumMod val="25000"/>
                </a:schemeClr>
              </a:solidFill>
            </a:endParaRPr>
          </a:p>
        </p:txBody>
      </p:sp>
    </p:spTree>
    <p:extLst>
      <p:ext uri="{BB962C8B-B14F-4D97-AF65-F5344CB8AC3E}">
        <p14:creationId xmlns:p14="http://schemas.microsoft.com/office/powerpoint/2010/main" val="526481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5FDC4AF-F726-3576-D296-F235E71B8340}"/>
              </a:ext>
            </a:extLst>
          </p:cNvPr>
          <p:cNvSpPr txBox="1">
            <a:spLocks/>
          </p:cNvSpPr>
          <p:nvPr/>
        </p:nvSpPr>
        <p:spPr>
          <a:xfrm>
            <a:off x="512271" y="2877646"/>
            <a:ext cx="4689241" cy="456103"/>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Repositorio público </a:t>
            </a:r>
            <a:r>
              <a:rPr lang="es-CO" dirty="0" err="1">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GitHUB</a:t>
            </a:r>
            <a:endParaRPr lang="es-CO"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endParaRPr>
          </a:p>
        </p:txBody>
      </p:sp>
      <p:sp>
        <p:nvSpPr>
          <p:cNvPr id="13" name="Rectangle: Rounded Corners 12">
            <a:extLst>
              <a:ext uri="{FF2B5EF4-FFF2-40B4-BE49-F238E27FC236}">
                <a16:creationId xmlns:a16="http://schemas.microsoft.com/office/drawing/2014/main" id="{1FF4B737-21CD-FB29-3259-B777DE69E022}"/>
              </a:ext>
            </a:extLst>
          </p:cNvPr>
          <p:cNvSpPr/>
          <p:nvPr/>
        </p:nvSpPr>
        <p:spPr>
          <a:xfrm>
            <a:off x="6243626" y="1244149"/>
            <a:ext cx="3861407" cy="3824189"/>
          </a:xfrm>
          <a:prstGeom prst="round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3656004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02EE2EE-B8E1-39EE-B2B8-8463A6F31E84}"/>
              </a:ext>
            </a:extLst>
          </p:cNvPr>
          <p:cNvSpPr>
            <a:spLocks noGrp="1"/>
          </p:cNvSpPr>
          <p:nvPr>
            <p:ph type="title"/>
          </p:nvPr>
        </p:nvSpPr>
        <p:spPr>
          <a:xfrm>
            <a:off x="2871178" y="3106222"/>
            <a:ext cx="7497608" cy="645555"/>
          </a:xfrm>
        </p:spPr>
        <p:txBody>
          <a:bodyPr anchor="ctr" anchorCtr="0">
            <a:normAutofit/>
          </a:bodyPr>
          <a:lstStyle/>
          <a:p>
            <a:pPr algn="ctr"/>
            <a:r>
              <a:rPr lang="es-CO" sz="3600" b="1"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Gracias</a:t>
            </a:r>
            <a:r>
              <a:rPr lang="es-CO" sz="360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 por su atención</a:t>
            </a:r>
            <a:endParaRPr lang="es-CO" sz="3600" b="1"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endParaRPr>
          </a:p>
        </p:txBody>
      </p:sp>
      <p:pic>
        <p:nvPicPr>
          <p:cNvPr id="2" name="Graphic 3" descr="3d Glasses outline">
            <a:extLst>
              <a:ext uri="{FF2B5EF4-FFF2-40B4-BE49-F238E27FC236}">
                <a16:creationId xmlns:a16="http://schemas.microsoft.com/office/drawing/2014/main" id="{602E22E6-15C6-A382-F310-C10C68E14B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5744" y="2708999"/>
            <a:ext cx="1440000" cy="1440000"/>
          </a:xfrm>
          <a:prstGeom prst="rect">
            <a:avLst/>
          </a:prstGeom>
        </p:spPr>
      </p:pic>
    </p:spTree>
    <p:extLst>
      <p:ext uri="{BB962C8B-B14F-4D97-AF65-F5344CB8AC3E}">
        <p14:creationId xmlns:p14="http://schemas.microsoft.com/office/powerpoint/2010/main" val="2314992810"/>
      </p:ext>
    </p:extLst>
  </p:cSld>
  <p:clrMapOvr>
    <a:masterClrMapping/>
  </p:clrMapOvr>
</p:sld>
</file>

<file path=ppt/theme/theme1.xml><?xml version="1.0" encoding="utf-8"?>
<a:theme xmlns:a="http://schemas.openxmlformats.org/drawingml/2006/main" name="Tema de R.TeachingResearchGuide">
  <a:themeElements>
    <a:clrScheme name="R.TeachingResearchGuide">
      <a:dk1>
        <a:sysClr val="windowText" lastClr="000000"/>
      </a:dk1>
      <a:lt1>
        <a:srgbClr val="F8F8F8"/>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990000"/>
      </a:hlink>
      <a:folHlink>
        <a:srgbClr val="919191"/>
      </a:folHlink>
    </a:clrScheme>
    <a:fontScheme name="R.TeachingResearchGuide">
      <a:majorFont>
        <a:latin typeface="Segoe UI Light"/>
        <a:ea typeface=""/>
        <a:cs typeface=""/>
      </a:majorFont>
      <a:minorFont>
        <a:latin typeface="Segoe UI Light"/>
        <a:ea typeface=""/>
        <a:cs typeface=""/>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id="{5A35A6FC-B87C-4B67-9B88-2A7DF7702ABE}" vid="{05B25DEA-0386-406F-A99F-5BE9D4B84DC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bookType xmlns="bf3e1746-bde1-4d6e-9c3f-7182572f7502" xsi:nil="true"/>
    <CultureName xmlns="bf3e1746-bde1-4d6e-9c3f-7182572f7502" xsi:nil="true"/>
    <Students xmlns="bf3e1746-bde1-4d6e-9c3f-7182572f7502">
      <UserInfo>
        <DisplayName/>
        <AccountId xsi:nil="true"/>
        <AccountType/>
      </UserInfo>
    </Students>
    <Distribution_Groups xmlns="bf3e1746-bde1-4d6e-9c3f-7182572f7502" xsi:nil="true"/>
    <FolderType xmlns="bf3e1746-bde1-4d6e-9c3f-7182572f7502" xsi:nil="true"/>
    <Student_Groups xmlns="bf3e1746-bde1-4d6e-9c3f-7182572f7502">
      <UserInfo>
        <DisplayName/>
        <AccountId xsi:nil="true"/>
        <AccountType/>
      </UserInfo>
    </Student_Groups>
    <Self_Registration_Enabled xmlns="bf3e1746-bde1-4d6e-9c3f-7182572f7502" xsi:nil="true"/>
    <TeamsChannelId xmlns="bf3e1746-bde1-4d6e-9c3f-7182572f7502" xsi:nil="true"/>
    <IsNotebookLocked xmlns="bf3e1746-bde1-4d6e-9c3f-7182572f7502" xsi:nil="true"/>
    <DefaultSectionNames xmlns="bf3e1746-bde1-4d6e-9c3f-7182572f7502" xsi:nil="true"/>
    <Is_Collaboration_Space_Locked xmlns="bf3e1746-bde1-4d6e-9c3f-7182572f7502" xsi:nil="true"/>
    <Invited_Teachers xmlns="bf3e1746-bde1-4d6e-9c3f-7182572f7502" xsi:nil="true"/>
    <Math_Settings xmlns="bf3e1746-bde1-4d6e-9c3f-7182572f7502" xsi:nil="true"/>
    <Templates xmlns="bf3e1746-bde1-4d6e-9c3f-7182572f7502" xsi:nil="true"/>
    <Has_Teacher_Only_SectionGroup xmlns="bf3e1746-bde1-4d6e-9c3f-7182572f7502" xsi:nil="true"/>
    <AppVersion xmlns="bf3e1746-bde1-4d6e-9c3f-7182572f7502" xsi:nil="true"/>
    <Invited_Students xmlns="bf3e1746-bde1-4d6e-9c3f-7182572f7502" xsi:nil="true"/>
    <Owner xmlns="bf3e1746-bde1-4d6e-9c3f-7182572f7502">
      <UserInfo>
        <DisplayName/>
        <AccountId xsi:nil="true"/>
        <AccountType/>
      </UserInfo>
    </Owner>
    <Teachers xmlns="bf3e1746-bde1-4d6e-9c3f-7182572f7502">
      <UserInfo>
        <DisplayName/>
        <AccountId xsi:nil="true"/>
        <AccountType/>
      </UserInfo>
    </Teachers>
    <LMS_Mappings xmlns="bf3e1746-bde1-4d6e-9c3f-7182572f750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089011499791B4EB69D0A56FFA67F2B" ma:contentTypeVersion="30" ma:contentTypeDescription="Create a new document." ma:contentTypeScope="" ma:versionID="f76dc847e91b26043a9f85409c9c8da8">
  <xsd:schema xmlns:xsd="http://www.w3.org/2001/XMLSchema" xmlns:xs="http://www.w3.org/2001/XMLSchema" xmlns:p="http://schemas.microsoft.com/office/2006/metadata/properties" xmlns:ns3="bf3e1746-bde1-4d6e-9c3f-7182572f7502" xmlns:ns4="14224164-2045-4b51-92bb-313d0f626d83" targetNamespace="http://schemas.microsoft.com/office/2006/metadata/properties" ma:root="true" ma:fieldsID="e77e75136ac7a83ebab10a30c2d6fe6c" ns3:_="" ns4:_="">
    <xsd:import namespace="bf3e1746-bde1-4d6e-9c3f-7182572f7502"/>
    <xsd:import namespace="14224164-2045-4b51-92bb-313d0f626d83"/>
    <xsd:element name="properties">
      <xsd:complexType>
        <xsd:sequence>
          <xsd:element name="documentManagement">
            <xsd:complexType>
              <xsd:all>
                <xsd:element ref="ns3:MediaServiceMetadata" minOccurs="0"/>
                <xsd:element ref="ns3:MediaServiceFastMetadata" minOccurs="0"/>
                <xsd:element ref="ns3:NotebookType" minOccurs="0"/>
                <xsd:element ref="ns3:FolderType" minOccurs="0"/>
                <xsd:element ref="ns3:CultureName" minOccurs="0"/>
                <xsd:element ref="ns3:AppVersion" minOccurs="0"/>
                <xsd:element ref="ns3:TeamsChannelId" minOccurs="0"/>
                <xsd:element ref="ns3:Owner" minOccurs="0"/>
                <xsd:element ref="ns3:Math_Settings" minOccurs="0"/>
                <xsd:element ref="ns3:DefaultSectionNames" minOccurs="0"/>
                <xsd:element ref="ns3:Templates" minOccurs="0"/>
                <xsd:element ref="ns3:Teachers" minOccurs="0"/>
                <xsd:element ref="ns3:Students" minOccurs="0"/>
                <xsd:element ref="ns3:Student_Groups" minOccurs="0"/>
                <xsd:element ref="ns3:Distribution_Groups" minOccurs="0"/>
                <xsd:element ref="ns3:LMS_Mapping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3e1746-bde1-4d6e-9c3f-7182572f75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bookType" ma:index="10" nillable="true" ma:displayName="Notebook Type" ma:internalName="NotebookType">
      <xsd:simpleType>
        <xsd:restriction base="dms:Text"/>
      </xsd:simpleType>
    </xsd:element>
    <xsd:element name="FolderType" ma:index="11" nillable="true" ma:displayName="Folder Type" ma:internalName="FolderType">
      <xsd:simpleType>
        <xsd:restriction base="dms:Text"/>
      </xsd:simpleType>
    </xsd:element>
    <xsd:element name="CultureName" ma:index="12" nillable="true" ma:displayName="Culture Name" ma:internalName="CultureName">
      <xsd:simpleType>
        <xsd:restriction base="dms:Text"/>
      </xsd:simpleType>
    </xsd:element>
    <xsd:element name="AppVersion" ma:index="13" nillable="true" ma:displayName="App Version" ma:internalName="AppVersion">
      <xsd:simpleType>
        <xsd:restriction base="dms:Text"/>
      </xsd:simpleType>
    </xsd:element>
    <xsd:element name="TeamsChannelId" ma:index="14" nillable="true" ma:displayName="Teams Channel Id" ma:internalName="TeamsChannelId">
      <xsd:simpleType>
        <xsd:restriction base="dms:Text"/>
      </xsd:simpleType>
    </xsd:element>
    <xsd:element name="Owner" ma:index="1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6" nillable="true" ma:displayName="Math Settings" ma:internalName="Math_Settings">
      <xsd:simpleType>
        <xsd:restriction base="dms:Text"/>
      </xsd:simpleType>
    </xsd:element>
    <xsd:element name="DefaultSectionNames" ma:index="17" nillable="true" ma:displayName="Default Section Names" ma:internalName="DefaultSectionNames">
      <xsd:simpleType>
        <xsd:restriction base="dms:Note">
          <xsd:maxLength value="255"/>
        </xsd:restriction>
      </xsd:simpleType>
    </xsd:element>
    <xsd:element name="Templates" ma:index="18" nillable="true" ma:displayName="Templates" ma:internalName="Templates">
      <xsd:simpleType>
        <xsd:restriction base="dms:Note">
          <xsd:maxLength value="255"/>
        </xsd:restriction>
      </xsd:simpleType>
    </xsd:element>
    <xsd:element name="Teachers" ma:index="19"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0"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1"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2" nillable="true" ma:displayName="Distribution Groups" ma:internalName="Distribution_Groups">
      <xsd:simpleType>
        <xsd:restriction base="dms:Note">
          <xsd:maxLength value="255"/>
        </xsd:restriction>
      </xsd:simpleType>
    </xsd:element>
    <xsd:element name="LMS_Mappings" ma:index="23" nillable="true" ma:displayName="LMS Mappings" ma:internalName="LMS_Mappings">
      <xsd:simpleType>
        <xsd:restriction base="dms:Note">
          <xsd:maxLength value="255"/>
        </xsd:restriction>
      </xsd:simpleType>
    </xsd:element>
    <xsd:element name="Invited_Teachers" ma:index="24" nillable="true" ma:displayName="Invited Teachers" ma:internalName="Invited_Teachers">
      <xsd:simpleType>
        <xsd:restriction base="dms:Note">
          <xsd:maxLength value="255"/>
        </xsd:restriction>
      </xsd:simpleType>
    </xsd:element>
    <xsd:element name="Invited_Students" ma:index="25" nillable="true" ma:displayName="Invited Students" ma:internalName="Invited_Students">
      <xsd:simpleType>
        <xsd:restriction base="dms:Note">
          <xsd:maxLength value="255"/>
        </xsd:restriction>
      </xsd:simpleType>
    </xsd:element>
    <xsd:element name="Self_Registration_Enabled" ma:index="26" nillable="true" ma:displayName="Self Registration Enabled" ma:internalName="Self_Registration_Enabled">
      <xsd:simpleType>
        <xsd:restriction base="dms:Boolean"/>
      </xsd:simpleType>
    </xsd:element>
    <xsd:element name="Has_Teacher_Only_SectionGroup" ma:index="27" nillable="true" ma:displayName="Has Teacher Only SectionGroup" ma:internalName="Has_Teacher_Only_SectionGroup">
      <xsd:simpleType>
        <xsd:restriction base="dms:Boolean"/>
      </xsd:simpleType>
    </xsd:element>
    <xsd:element name="Is_Collaboration_Space_Locked" ma:index="28" nillable="true" ma:displayName="Is Collaboration Space Locked" ma:internalName="Is_Collaboration_Space_Locked">
      <xsd:simpleType>
        <xsd:restriction base="dms:Boolean"/>
      </xsd:simpleType>
    </xsd:element>
    <xsd:element name="IsNotebookLocked" ma:index="29" nillable="true" ma:displayName="Is Notebook Locked" ma:internalName="IsNotebookLocked">
      <xsd:simpleType>
        <xsd:restriction base="dms:Boolean"/>
      </xsd:simpleType>
    </xsd:element>
    <xsd:element name="MediaServiceAutoTags" ma:index="33" nillable="true" ma:displayName="Tags" ma:internalName="MediaServiceAutoTags" ma:readOnly="true">
      <xsd:simpleType>
        <xsd:restriction base="dms:Text"/>
      </xsd:simpleType>
    </xsd:element>
    <xsd:element name="MediaServiceOCR" ma:index="34" nillable="true" ma:displayName="Extracted Text" ma:internalName="MediaServiceOCR" ma:readOnly="true">
      <xsd:simpleType>
        <xsd:restriction base="dms:Note">
          <xsd:maxLength value="255"/>
        </xsd:restriction>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element name="MediaServiceDateTaken" ma:index="37"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4224164-2045-4b51-92bb-313d0f626d83" elementFormDefault="qualified">
    <xsd:import namespace="http://schemas.microsoft.com/office/2006/documentManagement/types"/>
    <xsd:import namespace="http://schemas.microsoft.com/office/infopath/2007/PartnerControls"/>
    <xsd:element name="SharedWithUsers" ma:index="3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1" nillable="true" ma:displayName="Shared With Details" ma:internalName="SharedWithDetails" ma:readOnly="true">
      <xsd:simpleType>
        <xsd:restriction base="dms:Note">
          <xsd:maxLength value="255"/>
        </xsd:restriction>
      </xsd:simpleType>
    </xsd:element>
    <xsd:element name="SharingHintHash" ma:index="3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EDD01B8-816B-49B7-8C81-03AB51D87C54}">
  <ds:schemaRefs>
    <ds:schemaRef ds:uri="http://schemas.microsoft.com/office/2006/documentManagement/types"/>
    <ds:schemaRef ds:uri="bf3e1746-bde1-4d6e-9c3f-7182572f7502"/>
    <ds:schemaRef ds:uri="http://purl.org/dc/elements/1.1/"/>
    <ds:schemaRef ds:uri="14224164-2045-4b51-92bb-313d0f626d83"/>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A129B439-51BE-4A7D-9272-FBD057297E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f3e1746-bde1-4d6e-9c3f-7182572f7502"/>
    <ds:schemaRef ds:uri="14224164-2045-4b51-92bb-313d0f626d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24FD56-CE1B-42FC-9E83-BFBF160724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Plantilla_PPTX_Videos</Template>
  <TotalTime>3316</TotalTime>
  <Words>205</Words>
  <Application>Microsoft Office PowerPoint</Application>
  <PresentationFormat>Widescreen</PresentationFormat>
  <Paragraphs>15</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-apple-system</vt:lpstr>
      <vt:lpstr>Arial</vt:lpstr>
      <vt:lpstr>Calibri</vt:lpstr>
      <vt:lpstr>Segoe UI</vt:lpstr>
      <vt:lpstr>Segoe UI Light</vt:lpstr>
      <vt:lpstr>Tema de R.TeachingResearchGuide</vt:lpstr>
      <vt:lpstr>PowerPoint Presentation</vt:lpstr>
      <vt:lpstr>La precipitación máxima en 24 horas (PMax24h), definida como el mayor acumulado de lluvia en 24 horas registrado en una estación para cada año de observación, es un insumo clave para la modelación de eventos extremos y dimensionamiento de infraestructura hidráulica expuesta a lluvias intensas (como puentes, canales, desvíos de ríos, presas y aliviaderos), con el fin de prevenir sobrecostos o fallas catastróficas.</vt:lpstr>
      <vt:lpstr>En este estudio se evalúa el ajuste de registros de PMax24h de la red de estaciones automáticas de Colombia a funciones empíricas de distribución (EDF) y a funciones de distribución de probabilidad paramétricas (PDF).   Se utilizó la prueba de Kolmogorov–Smirnov (K-S) como criterio de evaluación.</vt:lpstr>
      <vt:lpstr>PowerPoint Presentation</vt:lpstr>
      <vt:lpstr>Gracias por su atención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SIGE - Retos y Oportunidades</dc:title>
  <dc:creator/>
  <cp:lastModifiedBy>WILLIAM RICARDO AGUILAR PIÑA</cp:lastModifiedBy>
  <cp:revision>305</cp:revision>
  <dcterms:created xsi:type="dcterms:W3CDTF">2022-08-04T19:07:18Z</dcterms:created>
  <dcterms:modified xsi:type="dcterms:W3CDTF">2026-05-08T13:55:12Z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0x010100C089011499791B4EB69D0A56FFA67F2B</vt:lpwstr>
  </property>
  <property fmtid="{D5CDD505-2E9C-101B-9397-08002B2CF9AE}" pid="3" name="Order">
    <vt:r8>74062900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