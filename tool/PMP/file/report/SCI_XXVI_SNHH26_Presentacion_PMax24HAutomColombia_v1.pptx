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78" r:id="rId4"/>
  </p:sldMasterIdLst>
  <p:notesMasterIdLst>
    <p:notesMasterId r:id="rId14"/>
  </p:notesMasterIdLst>
  <p:handoutMasterIdLst>
    <p:handoutMasterId r:id="rId15"/>
  </p:handoutMasterIdLst>
  <p:sldIdLst>
    <p:sldId id="377" r:id="rId5"/>
    <p:sldId id="409" r:id="rId6"/>
    <p:sldId id="319" r:id="rId7"/>
    <p:sldId id="410" r:id="rId8"/>
    <p:sldId id="411" r:id="rId9"/>
    <p:sldId id="412" r:id="rId10"/>
    <p:sldId id="413" r:id="rId11"/>
    <p:sldId id="341" r:id="rId12"/>
    <p:sldId id="408" r:id="rId13"/>
  </p:sldIdLst>
  <p:sldSz cx="12192000" cy="6858000"/>
  <p:notesSz cx="6858000" cy="9144000"/>
  <p:defaultTextStyle>
    <a:defPPr>
      <a:defRPr lang="en-US"/>
    </a:defPPr>
    <a:lvl1pPr marL="0" algn="l" defTabSz="457189" rtl="0" eaLnBrk="1" latinLnBrk="0" hangingPunct="1">
      <a:defRPr sz="1800" kern="1200">
        <a:solidFill>
          <a:schemeClr val="tx1"/>
        </a:solidFill>
        <a:latin typeface="+mn-lt"/>
        <a:ea typeface="+mn-ea"/>
        <a:cs typeface="+mn-cs"/>
      </a:defRPr>
    </a:lvl1pPr>
    <a:lvl2pPr marL="457189" algn="l" defTabSz="457189" rtl="0" eaLnBrk="1" latinLnBrk="0" hangingPunct="1">
      <a:defRPr sz="1800" kern="1200">
        <a:solidFill>
          <a:schemeClr val="tx1"/>
        </a:solidFill>
        <a:latin typeface="+mn-lt"/>
        <a:ea typeface="+mn-ea"/>
        <a:cs typeface="+mn-cs"/>
      </a:defRPr>
    </a:lvl2pPr>
    <a:lvl3pPr marL="914377" algn="l" defTabSz="457189" rtl="0" eaLnBrk="1" latinLnBrk="0" hangingPunct="1">
      <a:defRPr sz="1800" kern="1200">
        <a:solidFill>
          <a:schemeClr val="tx1"/>
        </a:solidFill>
        <a:latin typeface="+mn-lt"/>
        <a:ea typeface="+mn-ea"/>
        <a:cs typeface="+mn-cs"/>
      </a:defRPr>
    </a:lvl3pPr>
    <a:lvl4pPr marL="1371566" algn="l" defTabSz="457189" rtl="0" eaLnBrk="1" latinLnBrk="0" hangingPunct="1">
      <a:defRPr sz="1800" kern="1200">
        <a:solidFill>
          <a:schemeClr val="tx1"/>
        </a:solidFill>
        <a:latin typeface="+mn-lt"/>
        <a:ea typeface="+mn-ea"/>
        <a:cs typeface="+mn-cs"/>
      </a:defRPr>
    </a:lvl4pPr>
    <a:lvl5pPr marL="1828754" algn="l" defTabSz="457189" rtl="0" eaLnBrk="1" latinLnBrk="0" hangingPunct="1">
      <a:defRPr sz="1800" kern="1200">
        <a:solidFill>
          <a:schemeClr val="tx1"/>
        </a:solidFill>
        <a:latin typeface="+mn-lt"/>
        <a:ea typeface="+mn-ea"/>
        <a:cs typeface="+mn-cs"/>
      </a:defRPr>
    </a:lvl5pPr>
    <a:lvl6pPr marL="2285943" algn="l" defTabSz="457189" rtl="0" eaLnBrk="1" latinLnBrk="0" hangingPunct="1">
      <a:defRPr sz="1800" kern="1200">
        <a:solidFill>
          <a:schemeClr val="tx1"/>
        </a:solidFill>
        <a:latin typeface="+mn-lt"/>
        <a:ea typeface="+mn-ea"/>
        <a:cs typeface="+mn-cs"/>
      </a:defRPr>
    </a:lvl6pPr>
    <a:lvl7pPr marL="2743131" algn="l" defTabSz="457189" rtl="0" eaLnBrk="1" latinLnBrk="0" hangingPunct="1">
      <a:defRPr sz="1800" kern="1200">
        <a:solidFill>
          <a:schemeClr val="tx1"/>
        </a:solidFill>
        <a:latin typeface="+mn-lt"/>
        <a:ea typeface="+mn-ea"/>
        <a:cs typeface="+mn-cs"/>
      </a:defRPr>
    </a:lvl7pPr>
    <a:lvl8pPr marL="3200320" algn="l" defTabSz="457189" rtl="0" eaLnBrk="1" latinLnBrk="0" hangingPunct="1">
      <a:defRPr sz="1800" kern="1200">
        <a:solidFill>
          <a:schemeClr val="tx1"/>
        </a:solidFill>
        <a:latin typeface="+mn-lt"/>
        <a:ea typeface="+mn-ea"/>
        <a:cs typeface="+mn-cs"/>
      </a:defRPr>
    </a:lvl8pPr>
    <a:lvl9pPr marL="3657509" algn="l" defTabSz="457189"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6194743-3C7C-499C-B327-CF08643433A4}">
          <p14:sldIdLst>
            <p14:sldId id="377"/>
            <p14:sldId id="409"/>
            <p14:sldId id="319"/>
            <p14:sldId id="410"/>
            <p14:sldId id="411"/>
            <p14:sldId id="412"/>
            <p14:sldId id="413"/>
            <p14:sldId id="341"/>
            <p14:sldId id="408"/>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0F0F0"/>
    <a:srgbClr val="FFFFFF"/>
    <a:srgbClr val="1BCEFB"/>
    <a:srgbClr val="1B1464"/>
    <a:srgbClr val="3E3E3E"/>
    <a:srgbClr val="00C57F"/>
    <a:srgbClr val="990000"/>
    <a:srgbClr val="F8F8F8"/>
    <a:srgbClr val="FAFAFA"/>
    <a:srgbClr val="EEEEE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Estilo medio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202B0CA-FC54-4496-8BCA-5EF66A818D29}" styleName="Estilo oscuro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181" autoAdjust="0"/>
    <p:restoredTop sz="96261" autoAdjust="0"/>
  </p:normalViewPr>
  <p:slideViewPr>
    <p:cSldViewPr snapToGrid="0" showGuides="1">
      <p:cViewPr>
        <p:scale>
          <a:sx n="100" d="100"/>
          <a:sy n="100" d="100"/>
        </p:scale>
        <p:origin x="393" y="171"/>
      </p:cViewPr>
      <p:guideLst>
        <p:guide orient="horz" pos="2160"/>
        <p:guide pos="3840"/>
      </p:guideLst>
    </p:cSldViewPr>
  </p:slideViewPr>
  <p:notesTextViewPr>
    <p:cViewPr>
      <p:scale>
        <a:sx n="125" d="100"/>
        <a:sy n="125" d="100"/>
      </p:scale>
      <p:origin x="0" y="0"/>
    </p:cViewPr>
  </p:notesTextViewPr>
  <p:sorterViewPr>
    <p:cViewPr>
      <p:scale>
        <a:sx n="100" d="100"/>
        <a:sy n="100" d="100"/>
      </p:scale>
      <p:origin x="0" y="0"/>
    </p:cViewPr>
  </p:sorterViewPr>
  <p:notesViewPr>
    <p:cSldViewPr snapToGrid="0">
      <p:cViewPr varScale="1">
        <p:scale>
          <a:sx n="90" d="100"/>
          <a:sy n="90" d="100"/>
        </p:scale>
        <p:origin x="3774" y="78"/>
      </p:cViewPr>
      <p:guideLst/>
    </p:cSldViewPr>
  </p:notesViewPr>
  <p:gridSpacing cx="1522800" cy="15228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s-ES" dirty="0"/>
          </a:p>
        </p:txBody>
      </p:sp>
      <p:sp>
        <p:nvSpPr>
          <p:cNvPr id="3" name="Marcador de posición de fecha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FAB3E6E3-061B-41A2-BBDC-C5312A04A40A}" type="datetime1">
              <a:rPr lang="es-ES" smtClean="0"/>
              <a:t>08/05/2026</a:t>
            </a:fld>
            <a:endParaRPr lang="es-ES" dirty="0"/>
          </a:p>
        </p:txBody>
      </p:sp>
      <p:sp>
        <p:nvSpPr>
          <p:cNvPr id="4" name="Marcador de posición de pie de página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s-ES" dirty="0"/>
          </a:p>
        </p:txBody>
      </p:sp>
      <p:sp>
        <p:nvSpPr>
          <p:cNvPr id="5" name="Marcador de número de diapositiva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B78FE58C-C1A6-4C4C-90C2-B7F5B0504B2D}" type="slidenum">
              <a:rPr lang="es-ES" smtClean="0"/>
              <a:t>‹#›</a:t>
            </a:fld>
            <a:endParaRPr lang="es-ES" dirty="0"/>
          </a:p>
        </p:txBody>
      </p:sp>
    </p:spTree>
    <p:extLst>
      <p:ext uri="{BB962C8B-B14F-4D97-AF65-F5344CB8AC3E}">
        <p14:creationId xmlns:p14="http://schemas.microsoft.com/office/powerpoint/2010/main" val="403460503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s-ES" noProof="0" dirty="0"/>
          </a:p>
        </p:txBody>
      </p:sp>
      <p:sp>
        <p:nvSpPr>
          <p:cNvPr id="3" name="Marcador de posición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2145992C-CBBF-4F24-8325-F5CB0EAAC0E9}" type="datetime1">
              <a:rPr lang="es-ES" noProof="0" smtClean="0"/>
              <a:t>08/05/2026</a:t>
            </a:fld>
            <a:endParaRPr lang="es-ES" noProof="0" dirty="0"/>
          </a:p>
        </p:txBody>
      </p:sp>
      <p:sp>
        <p:nvSpPr>
          <p:cNvPr id="4" name="Marcador de posición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es-ES_tradnl" dirty="0"/>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es-ES" noProof="0" dirty="0"/>
              <a:t>Editar el estilo de texto del patrón</a:t>
            </a:r>
          </a:p>
          <a:p>
            <a:pPr lvl="1" rtl="0"/>
            <a:r>
              <a:rPr lang="es-ES" noProof="0" dirty="0"/>
              <a:t>Segundo nivel</a:t>
            </a:r>
          </a:p>
          <a:p>
            <a:pPr lvl="2" rtl="0"/>
            <a:r>
              <a:rPr lang="es-ES" noProof="0" dirty="0"/>
              <a:t>Tercer nivel</a:t>
            </a:r>
          </a:p>
          <a:p>
            <a:pPr lvl="3" rtl="0"/>
            <a:r>
              <a:rPr lang="es-ES" noProof="0" dirty="0"/>
              <a:t>Cuarto nivel</a:t>
            </a:r>
          </a:p>
          <a:p>
            <a:pPr lvl="4" rtl="0"/>
            <a:r>
              <a:rPr lang="es-ES" noProof="0" dirty="0"/>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s-ES" noProof="0" dirty="0"/>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810E1E9A-E921-4174-A0FC-51868D7AC568}" type="slidenum">
              <a:rPr lang="es-ES" noProof="0" smtClean="0"/>
              <a:t>‹#›</a:t>
            </a:fld>
            <a:endParaRPr lang="es-ES" noProof="0" dirty="0"/>
          </a:p>
        </p:txBody>
      </p:sp>
    </p:spTree>
    <p:extLst>
      <p:ext uri="{BB962C8B-B14F-4D97-AF65-F5344CB8AC3E}">
        <p14:creationId xmlns:p14="http://schemas.microsoft.com/office/powerpoint/2010/main" val="373786009"/>
      </p:ext>
    </p:extLst>
  </p:cSld>
  <p:clrMap bg1="lt1" tx1="dk1" bg2="lt2" tx2="dk2" accent1="accent1" accent2="accent2" accent3="accent3" accent4="accent4" accent5="accent5" accent6="accent6" hlink="hlink" folHlink="folHlink"/>
  <p:hf hdr="0" ftr="0" dt="0"/>
  <p:notesStyle>
    <a:lvl1pPr marL="0" algn="l" defTabSz="914377" rtl="0" eaLnBrk="1" latinLnBrk="0" hangingPunct="1">
      <a:defRPr sz="1200" kern="1200">
        <a:solidFill>
          <a:schemeClr val="tx1"/>
        </a:solidFill>
        <a:latin typeface="+mn-lt"/>
        <a:ea typeface="+mn-ea"/>
        <a:cs typeface="+mn-cs"/>
      </a:defRPr>
    </a:lvl1pPr>
    <a:lvl2pPr marL="457189" algn="l" defTabSz="914377" rtl="0" eaLnBrk="1" latinLnBrk="0" hangingPunct="1">
      <a:defRPr sz="1200" kern="1200">
        <a:solidFill>
          <a:schemeClr val="tx1"/>
        </a:solidFill>
        <a:latin typeface="+mn-lt"/>
        <a:ea typeface="+mn-ea"/>
        <a:cs typeface="+mn-cs"/>
      </a:defRPr>
    </a:lvl2pPr>
    <a:lvl3pPr marL="914377" algn="l" defTabSz="914377" rtl="0" eaLnBrk="1" latinLnBrk="0" hangingPunct="1">
      <a:defRPr sz="1200" kern="1200">
        <a:solidFill>
          <a:schemeClr val="tx1"/>
        </a:solidFill>
        <a:latin typeface="+mn-lt"/>
        <a:ea typeface="+mn-ea"/>
        <a:cs typeface="+mn-cs"/>
      </a:defRPr>
    </a:lvl3pPr>
    <a:lvl4pPr marL="1371566" algn="l" defTabSz="914377" rtl="0" eaLnBrk="1" latinLnBrk="0" hangingPunct="1">
      <a:defRPr sz="1200" kern="1200">
        <a:solidFill>
          <a:schemeClr val="tx1"/>
        </a:solidFill>
        <a:latin typeface="+mn-lt"/>
        <a:ea typeface="+mn-ea"/>
        <a:cs typeface="+mn-cs"/>
      </a:defRPr>
    </a:lvl4pPr>
    <a:lvl5pPr marL="1828754" algn="l" defTabSz="914377" rtl="0" eaLnBrk="1" latinLnBrk="0" hangingPunct="1">
      <a:defRPr sz="1200" kern="1200">
        <a:solidFill>
          <a:schemeClr val="tx1"/>
        </a:solidFill>
        <a:latin typeface="+mn-lt"/>
        <a:ea typeface="+mn-ea"/>
        <a:cs typeface="+mn-cs"/>
      </a:defRPr>
    </a:lvl5pPr>
    <a:lvl6pPr marL="2285943" algn="l" defTabSz="914377" rtl="0" eaLnBrk="1" latinLnBrk="0" hangingPunct="1">
      <a:defRPr sz="1200" kern="1200">
        <a:solidFill>
          <a:schemeClr val="tx1"/>
        </a:solidFill>
        <a:latin typeface="+mn-lt"/>
        <a:ea typeface="+mn-ea"/>
        <a:cs typeface="+mn-cs"/>
      </a:defRPr>
    </a:lvl6pPr>
    <a:lvl7pPr marL="2743131" algn="l" defTabSz="914377" rtl="0" eaLnBrk="1" latinLnBrk="0" hangingPunct="1">
      <a:defRPr sz="1200" kern="1200">
        <a:solidFill>
          <a:schemeClr val="tx1"/>
        </a:solidFill>
        <a:latin typeface="+mn-lt"/>
        <a:ea typeface="+mn-ea"/>
        <a:cs typeface="+mn-cs"/>
      </a:defRPr>
    </a:lvl7pPr>
    <a:lvl8pPr marL="3200320" algn="l" defTabSz="914377" rtl="0" eaLnBrk="1" latinLnBrk="0" hangingPunct="1">
      <a:defRPr sz="1200" kern="1200">
        <a:solidFill>
          <a:schemeClr val="tx1"/>
        </a:solidFill>
        <a:latin typeface="+mn-lt"/>
        <a:ea typeface="+mn-ea"/>
        <a:cs typeface="+mn-cs"/>
      </a:defRPr>
    </a:lvl8pPr>
    <a:lvl9pPr marL="3657509" algn="l" defTabSz="914377"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rtl="0"/>
            <a:fld id="{810E1E9A-E921-4174-A0FC-51868D7AC568}" type="slidenum">
              <a:rPr lang="es-ES" noProof="0" smtClean="0"/>
              <a:t>1</a:t>
            </a:fld>
            <a:endParaRPr lang="es-ES" noProof="0" dirty="0"/>
          </a:p>
        </p:txBody>
      </p:sp>
    </p:spTree>
    <p:extLst>
      <p:ext uri="{BB962C8B-B14F-4D97-AF65-F5344CB8AC3E}">
        <p14:creationId xmlns:p14="http://schemas.microsoft.com/office/powerpoint/2010/main" val="34253034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0972E-4145-7572-0243-47049E524F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22441A-7FFD-D974-2849-DB25C963B3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BDE533-4A50-B8E3-8E9E-F7171FFC0409}"/>
              </a:ext>
            </a:extLst>
          </p:cNvPr>
          <p:cNvSpPr>
            <a:spLocks noGrp="1"/>
          </p:cNvSpPr>
          <p:nvPr>
            <p:ph type="body" idx="1"/>
          </p:nvPr>
        </p:nvSpPr>
        <p:spPr/>
        <p:txBody>
          <a:bodyPr/>
          <a:lstStyle/>
          <a:p>
            <a:endParaRPr lang="es-CO" dirty="0"/>
          </a:p>
        </p:txBody>
      </p:sp>
      <p:sp>
        <p:nvSpPr>
          <p:cNvPr id="4" name="Slide Number Placeholder 3">
            <a:extLst>
              <a:ext uri="{FF2B5EF4-FFF2-40B4-BE49-F238E27FC236}">
                <a16:creationId xmlns:a16="http://schemas.microsoft.com/office/drawing/2014/main" id="{56CB3BFF-2FDB-05CD-3E63-547BB83723D5}"/>
              </a:ext>
            </a:extLst>
          </p:cNvPr>
          <p:cNvSpPr>
            <a:spLocks noGrp="1"/>
          </p:cNvSpPr>
          <p:nvPr>
            <p:ph type="sldNum" sz="quarter" idx="5"/>
          </p:nvPr>
        </p:nvSpPr>
        <p:spPr/>
        <p:txBody>
          <a:bodyPr/>
          <a:lstStyle/>
          <a:p>
            <a:pPr rtl="0"/>
            <a:fld id="{810E1E9A-E921-4174-A0FC-51868D7AC568}" type="slidenum">
              <a:rPr lang="es-ES" noProof="0" smtClean="0"/>
              <a:t>2</a:t>
            </a:fld>
            <a:endParaRPr lang="es-ES" noProof="0" dirty="0"/>
          </a:p>
        </p:txBody>
      </p:sp>
    </p:spTree>
    <p:extLst>
      <p:ext uri="{BB962C8B-B14F-4D97-AF65-F5344CB8AC3E}">
        <p14:creationId xmlns:p14="http://schemas.microsoft.com/office/powerpoint/2010/main" val="21636888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https://www.flaticon.com/free-icons/compass</a:t>
            </a:r>
            <a:endParaRPr lang="es-CO" dirty="0"/>
          </a:p>
        </p:txBody>
      </p:sp>
      <p:sp>
        <p:nvSpPr>
          <p:cNvPr id="4" name="Slide Number Placeholder 3"/>
          <p:cNvSpPr>
            <a:spLocks noGrp="1"/>
          </p:cNvSpPr>
          <p:nvPr>
            <p:ph type="sldNum" sz="quarter" idx="5"/>
          </p:nvPr>
        </p:nvSpPr>
        <p:spPr/>
        <p:txBody>
          <a:bodyPr/>
          <a:lstStyle/>
          <a:p>
            <a:pPr rtl="0"/>
            <a:fld id="{810E1E9A-E921-4174-A0FC-51868D7AC568}" type="slidenum">
              <a:rPr lang="es-ES" noProof="0" smtClean="0"/>
              <a:t>3</a:t>
            </a:fld>
            <a:endParaRPr lang="es-ES" noProof="0" dirty="0"/>
          </a:p>
        </p:txBody>
      </p:sp>
    </p:spTree>
    <p:extLst>
      <p:ext uri="{BB962C8B-B14F-4D97-AF65-F5344CB8AC3E}">
        <p14:creationId xmlns:p14="http://schemas.microsoft.com/office/powerpoint/2010/main" val="10873907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F171C6-2860-691E-DA8C-30454B25E6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F40851-4EE0-8885-F3AD-FA1129939B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BDA488-9956-4593-BADD-438518081705}"/>
              </a:ext>
            </a:extLst>
          </p:cNvPr>
          <p:cNvSpPr>
            <a:spLocks noGrp="1"/>
          </p:cNvSpPr>
          <p:nvPr>
            <p:ph type="body" idx="1"/>
          </p:nvPr>
        </p:nvSpPr>
        <p:spPr/>
        <p:txBody>
          <a:bodyPr/>
          <a:lstStyle/>
          <a:p>
            <a:endParaRPr lang="es-CO" dirty="0"/>
          </a:p>
        </p:txBody>
      </p:sp>
      <p:sp>
        <p:nvSpPr>
          <p:cNvPr id="4" name="Slide Number Placeholder 3">
            <a:extLst>
              <a:ext uri="{FF2B5EF4-FFF2-40B4-BE49-F238E27FC236}">
                <a16:creationId xmlns:a16="http://schemas.microsoft.com/office/drawing/2014/main" id="{E726BB84-54E9-B0D7-2893-322BBD281A76}"/>
              </a:ext>
            </a:extLst>
          </p:cNvPr>
          <p:cNvSpPr>
            <a:spLocks noGrp="1"/>
          </p:cNvSpPr>
          <p:nvPr>
            <p:ph type="sldNum" sz="quarter" idx="5"/>
          </p:nvPr>
        </p:nvSpPr>
        <p:spPr/>
        <p:txBody>
          <a:bodyPr/>
          <a:lstStyle/>
          <a:p>
            <a:pPr rtl="0"/>
            <a:fld id="{810E1E9A-E921-4174-A0FC-51868D7AC568}" type="slidenum">
              <a:rPr lang="es-ES" noProof="0" smtClean="0"/>
              <a:t>4</a:t>
            </a:fld>
            <a:endParaRPr lang="es-ES" noProof="0" dirty="0"/>
          </a:p>
        </p:txBody>
      </p:sp>
    </p:spTree>
    <p:extLst>
      <p:ext uri="{BB962C8B-B14F-4D97-AF65-F5344CB8AC3E}">
        <p14:creationId xmlns:p14="http://schemas.microsoft.com/office/powerpoint/2010/main" val="6766580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0A047-D0A1-7D30-9697-684679473E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211FB8-111E-1EA6-0992-4A3B4C4861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0F103B-4793-C60B-27B3-54448755EDF0}"/>
              </a:ext>
            </a:extLst>
          </p:cNvPr>
          <p:cNvSpPr>
            <a:spLocks noGrp="1"/>
          </p:cNvSpPr>
          <p:nvPr>
            <p:ph type="body" idx="1"/>
          </p:nvPr>
        </p:nvSpPr>
        <p:spPr/>
        <p:txBody>
          <a:bodyPr/>
          <a:lstStyle/>
          <a:p>
            <a:r>
              <a:rPr lang="es-CO" sz="1200" kern="1200" dirty="0">
                <a:solidFill>
                  <a:schemeClr val="tx1"/>
                </a:solidFill>
                <a:effectLst/>
                <a:latin typeface="+mn-lt"/>
                <a:ea typeface="+mn-ea"/>
                <a:cs typeface="+mn-cs"/>
              </a:rPr>
              <a:t>El logaritmo de una función de distribución de probabilidad (log-PDF) es simplemente el logaritmo del valor de la PDF, denotado como log(f(x)), útil para convertir la multiplicación de probabilidades en suma de estas, mejorar la estabilidad numérica con números pequeños y conectar con conceptos de la teoría de la información como la entropía. En lugar de trabajar con probabilidades muy pequeñas, las PDF logarítmicas utilizan números negativos que son más fáciles de manejar para las computadoras, lo que evita errores de subdesbordamiento y simplifica cálculos complejos. </a:t>
            </a:r>
            <a:endParaRPr lang="es-CO" dirty="0"/>
          </a:p>
        </p:txBody>
      </p:sp>
      <p:sp>
        <p:nvSpPr>
          <p:cNvPr id="4" name="Slide Number Placeholder 3">
            <a:extLst>
              <a:ext uri="{FF2B5EF4-FFF2-40B4-BE49-F238E27FC236}">
                <a16:creationId xmlns:a16="http://schemas.microsoft.com/office/drawing/2014/main" id="{3E4E935C-797D-599C-2283-71DD99A818C2}"/>
              </a:ext>
            </a:extLst>
          </p:cNvPr>
          <p:cNvSpPr>
            <a:spLocks noGrp="1"/>
          </p:cNvSpPr>
          <p:nvPr>
            <p:ph type="sldNum" sz="quarter" idx="5"/>
          </p:nvPr>
        </p:nvSpPr>
        <p:spPr/>
        <p:txBody>
          <a:bodyPr/>
          <a:lstStyle/>
          <a:p>
            <a:pPr rtl="0"/>
            <a:fld id="{810E1E9A-E921-4174-A0FC-51868D7AC568}" type="slidenum">
              <a:rPr lang="es-ES" noProof="0" smtClean="0"/>
              <a:t>5</a:t>
            </a:fld>
            <a:endParaRPr lang="es-ES" noProof="0" dirty="0"/>
          </a:p>
        </p:txBody>
      </p:sp>
    </p:spTree>
    <p:extLst>
      <p:ext uri="{BB962C8B-B14F-4D97-AF65-F5344CB8AC3E}">
        <p14:creationId xmlns:p14="http://schemas.microsoft.com/office/powerpoint/2010/main" val="15148064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252F41-9AC4-C154-D278-16697C7E03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37645E-BE7D-F053-4A77-6BFB0418C8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9CAF98-E1B6-64D0-3360-1BFDB645C7E8}"/>
              </a:ext>
            </a:extLst>
          </p:cNvPr>
          <p:cNvSpPr>
            <a:spLocks noGrp="1"/>
          </p:cNvSpPr>
          <p:nvPr>
            <p:ph type="body" idx="1"/>
          </p:nvPr>
        </p:nvSpPr>
        <p:spPr/>
        <p:txBody>
          <a:bodyPr/>
          <a:lstStyle/>
          <a:p>
            <a:r>
              <a:rPr lang="es-CO" sz="1200" kern="1200" dirty="0">
                <a:solidFill>
                  <a:schemeClr val="tx1"/>
                </a:solidFill>
                <a:effectLst/>
                <a:latin typeface="+mn-lt"/>
                <a:ea typeface="+mn-ea"/>
                <a:cs typeface="+mn-cs"/>
              </a:rPr>
              <a:t>El logaritmo de una función de distribución de probabilidad (log-PDF) es simplemente el logaritmo del valor de la PDF, denotado como log(f(x)), útil para convertir la multiplicación de probabilidades en suma de estas, mejorar la estabilidad numérica con números pequeños y conectar con conceptos de la teoría de la información como la entropía. En lugar de trabajar con probabilidades muy pequeñas, las PDF logarítmicas utilizan números negativos que son más fáciles de manejar para las computadoras, lo que evita errores de subdesbordamiento y simplifica cálculos complejos. </a:t>
            </a:r>
            <a:endParaRPr lang="es-CO" dirty="0"/>
          </a:p>
        </p:txBody>
      </p:sp>
      <p:sp>
        <p:nvSpPr>
          <p:cNvPr id="4" name="Slide Number Placeholder 3">
            <a:extLst>
              <a:ext uri="{FF2B5EF4-FFF2-40B4-BE49-F238E27FC236}">
                <a16:creationId xmlns:a16="http://schemas.microsoft.com/office/drawing/2014/main" id="{AC978AC8-DB45-B487-8F8F-1AF0C8D80290}"/>
              </a:ext>
            </a:extLst>
          </p:cNvPr>
          <p:cNvSpPr>
            <a:spLocks noGrp="1"/>
          </p:cNvSpPr>
          <p:nvPr>
            <p:ph type="sldNum" sz="quarter" idx="5"/>
          </p:nvPr>
        </p:nvSpPr>
        <p:spPr/>
        <p:txBody>
          <a:bodyPr/>
          <a:lstStyle/>
          <a:p>
            <a:pPr rtl="0"/>
            <a:fld id="{810E1E9A-E921-4174-A0FC-51868D7AC568}" type="slidenum">
              <a:rPr lang="es-ES" noProof="0" smtClean="0"/>
              <a:t>6</a:t>
            </a:fld>
            <a:endParaRPr lang="es-ES" noProof="0" dirty="0"/>
          </a:p>
        </p:txBody>
      </p:sp>
    </p:spTree>
    <p:extLst>
      <p:ext uri="{BB962C8B-B14F-4D97-AF65-F5344CB8AC3E}">
        <p14:creationId xmlns:p14="http://schemas.microsoft.com/office/powerpoint/2010/main" val="55451058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7B4B6E-76DC-6BB7-9A18-C241DD9E9F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60A0C0-A7A1-9E7A-FF41-0909E56885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82E292-0818-079C-4151-71EB346E7056}"/>
              </a:ext>
            </a:extLst>
          </p:cNvPr>
          <p:cNvSpPr>
            <a:spLocks noGrp="1"/>
          </p:cNvSpPr>
          <p:nvPr>
            <p:ph type="body" idx="1"/>
          </p:nvPr>
        </p:nvSpPr>
        <p:spPr/>
        <p:txBody>
          <a:bodyPr/>
          <a:lstStyle/>
          <a:p>
            <a:r>
              <a:rPr lang="es-CO" sz="1200" kern="1200" dirty="0">
                <a:solidFill>
                  <a:schemeClr val="tx1"/>
                </a:solidFill>
                <a:effectLst/>
                <a:latin typeface="+mn-lt"/>
                <a:ea typeface="+mn-ea"/>
                <a:cs typeface="+mn-cs"/>
              </a:rPr>
              <a:t>El logaritmo de una función de distribución de probabilidad (log-PDF) es simplemente el logaritmo del valor de la PDF, denotado como log(f(x)), útil para convertir la multiplicación de probabilidades en suma de estas, mejorar la estabilidad numérica con números pequeños y conectar con conceptos de la teoría de la información como la entropía. En lugar de trabajar con probabilidades muy pequeñas, las PDF logarítmicas utilizan números negativos que son más fáciles de manejar para las computadoras, lo que evita errores de subdesbordamiento y simplifica cálculos complejos. </a:t>
            </a:r>
            <a:endParaRPr lang="es-CO" dirty="0"/>
          </a:p>
        </p:txBody>
      </p:sp>
      <p:sp>
        <p:nvSpPr>
          <p:cNvPr id="4" name="Slide Number Placeholder 3">
            <a:extLst>
              <a:ext uri="{FF2B5EF4-FFF2-40B4-BE49-F238E27FC236}">
                <a16:creationId xmlns:a16="http://schemas.microsoft.com/office/drawing/2014/main" id="{97D4949D-8982-C442-E067-6ADD82587487}"/>
              </a:ext>
            </a:extLst>
          </p:cNvPr>
          <p:cNvSpPr>
            <a:spLocks noGrp="1"/>
          </p:cNvSpPr>
          <p:nvPr>
            <p:ph type="sldNum" sz="quarter" idx="5"/>
          </p:nvPr>
        </p:nvSpPr>
        <p:spPr/>
        <p:txBody>
          <a:bodyPr/>
          <a:lstStyle/>
          <a:p>
            <a:pPr rtl="0"/>
            <a:fld id="{810E1E9A-E921-4174-A0FC-51868D7AC568}" type="slidenum">
              <a:rPr lang="es-ES" noProof="0" smtClean="0"/>
              <a:t>7</a:t>
            </a:fld>
            <a:endParaRPr lang="es-ES" noProof="0" dirty="0"/>
          </a:p>
        </p:txBody>
      </p:sp>
    </p:spTree>
    <p:extLst>
      <p:ext uri="{BB962C8B-B14F-4D97-AF65-F5344CB8AC3E}">
        <p14:creationId xmlns:p14="http://schemas.microsoft.com/office/powerpoint/2010/main" val="29628283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CO" sz="1200" b="0" i="0" dirty="0">
              <a:solidFill>
                <a:srgbClr val="24292F"/>
              </a:solidFill>
              <a:effectLst/>
              <a:latin typeface="-apple-system"/>
              <a:cs typeface="Segoe UI Light" panose="020B0502040204020203" pitchFamily="34" charset="0"/>
            </a:endParaRPr>
          </a:p>
        </p:txBody>
      </p:sp>
      <p:sp>
        <p:nvSpPr>
          <p:cNvPr id="4" name="Slide Number Placeholder 3"/>
          <p:cNvSpPr>
            <a:spLocks noGrp="1"/>
          </p:cNvSpPr>
          <p:nvPr>
            <p:ph type="sldNum" sz="quarter" idx="5"/>
          </p:nvPr>
        </p:nvSpPr>
        <p:spPr/>
        <p:txBody>
          <a:bodyPr/>
          <a:lstStyle/>
          <a:p>
            <a:pPr rtl="0"/>
            <a:fld id="{810E1E9A-E921-4174-A0FC-51868D7AC568}" type="slidenum">
              <a:rPr lang="es-ES" noProof="0" smtClean="0"/>
              <a:t>8</a:t>
            </a:fld>
            <a:endParaRPr lang="es-ES" noProof="0" dirty="0"/>
          </a:p>
        </p:txBody>
      </p:sp>
    </p:spTree>
    <p:extLst>
      <p:ext uri="{BB962C8B-B14F-4D97-AF65-F5344CB8AC3E}">
        <p14:creationId xmlns:p14="http://schemas.microsoft.com/office/powerpoint/2010/main" val="36905972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CO" sz="1200" b="0" i="0" dirty="0">
              <a:solidFill>
                <a:srgbClr val="24292F"/>
              </a:solidFill>
              <a:effectLst/>
              <a:latin typeface="-apple-system"/>
              <a:cs typeface="Segoe UI Light" panose="020B0502040204020203" pitchFamily="34" charset="0"/>
            </a:endParaRPr>
          </a:p>
        </p:txBody>
      </p:sp>
      <p:sp>
        <p:nvSpPr>
          <p:cNvPr id="4" name="Slide Number Placeholder 3"/>
          <p:cNvSpPr>
            <a:spLocks noGrp="1"/>
          </p:cNvSpPr>
          <p:nvPr>
            <p:ph type="sldNum" sz="quarter" idx="5"/>
          </p:nvPr>
        </p:nvSpPr>
        <p:spPr/>
        <p:txBody>
          <a:bodyPr/>
          <a:lstStyle/>
          <a:p>
            <a:pPr rtl="0"/>
            <a:fld id="{810E1E9A-E921-4174-A0FC-51868D7AC568}" type="slidenum">
              <a:rPr lang="es-ES" noProof="0" smtClean="0"/>
              <a:t>9</a:t>
            </a:fld>
            <a:endParaRPr lang="es-ES" noProof="0" dirty="0"/>
          </a:p>
        </p:txBody>
      </p:sp>
    </p:spTree>
    <p:extLst>
      <p:ext uri="{BB962C8B-B14F-4D97-AF65-F5344CB8AC3E}">
        <p14:creationId xmlns:p14="http://schemas.microsoft.com/office/powerpoint/2010/main" val="410713600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apositiva de bienvenida e introducción">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720000" y="720000"/>
            <a:ext cx="6840000" cy="2880000"/>
          </a:xfrm>
        </p:spPr>
        <p:txBody>
          <a:bodyPr anchor="t" anchorCtr="0">
            <a:normAutofit/>
          </a:bodyPr>
          <a:lstStyle>
            <a:lvl1pPr algn="l">
              <a:defRPr sz="2600"/>
            </a:lvl1pPr>
          </a:lstStyle>
          <a:p>
            <a:r>
              <a:rPr lang="es-ES" dirty="0"/>
              <a:t>Ingrese aquí el título de la sección, actividad o clase</a:t>
            </a:r>
            <a:endParaRPr lang="en-US" dirty="0"/>
          </a:p>
        </p:txBody>
      </p:sp>
      <p:sp>
        <p:nvSpPr>
          <p:cNvPr id="3" name="Subtitle 2"/>
          <p:cNvSpPr>
            <a:spLocks noGrp="1"/>
          </p:cNvSpPr>
          <p:nvPr>
            <p:ph type="subTitle" idx="1" hasCustomPrompt="1"/>
          </p:nvPr>
        </p:nvSpPr>
        <p:spPr>
          <a:xfrm>
            <a:off x="720000" y="3701988"/>
            <a:ext cx="6840000" cy="1553775"/>
          </a:xfrm>
        </p:spPr>
        <p:txBody>
          <a:bodyPr>
            <a:normAutofit/>
          </a:bodyPr>
          <a:lstStyle>
            <a:lvl1pPr marL="0" indent="0" algn="l">
              <a:buNone/>
              <a:defRPr sz="2000">
                <a:solidFill>
                  <a:schemeClr val="tx1">
                    <a:lumMod val="75000"/>
                    <a:lumOff val="25000"/>
                  </a:schemeClr>
                </a:solidFill>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s-ES" dirty="0"/>
              <a:t>Ingrese aquí un texto descriptivo de esta actividad (opcional)</a:t>
            </a:r>
            <a:endParaRPr lang="en-US" dirty="0"/>
          </a:p>
        </p:txBody>
      </p:sp>
      <p:sp>
        <p:nvSpPr>
          <p:cNvPr id="4" name="Date Placeholder 3"/>
          <p:cNvSpPr>
            <a:spLocks noGrp="1"/>
          </p:cNvSpPr>
          <p:nvPr>
            <p:ph type="dt" sz="half" idx="10"/>
          </p:nvPr>
        </p:nvSpPr>
        <p:spPr/>
        <p:txBody>
          <a:bodyPr/>
          <a:lstStyle/>
          <a:p>
            <a:pPr rtl="0"/>
            <a:fld id="{55224D71-97F5-4B9D-B11B-235152E09E96}" type="datetime1">
              <a:rPr lang="es-ES" noProof="0" smtClean="0"/>
              <a:t>08/05/2026</a:t>
            </a:fld>
            <a:endParaRPr lang="es-ES" noProof="0" dirty="0"/>
          </a:p>
        </p:txBody>
      </p:sp>
      <p:sp>
        <p:nvSpPr>
          <p:cNvPr id="5" name="Footer Placeholder 4"/>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6" name="Slide Number Placeholder 5"/>
          <p:cNvSpPr>
            <a:spLocks noGrp="1"/>
          </p:cNvSpPr>
          <p:nvPr>
            <p:ph type="sldNum" sz="quarter" idx="12"/>
          </p:nvPr>
        </p:nvSpPr>
        <p:spPr/>
        <p:txBody>
          <a:bodyPr/>
          <a:lstStyle/>
          <a:p>
            <a:pPr rtl="0"/>
            <a:fld id="{71B7BAC7-FE87-40F6-AA24-4F4685D1B022}" type="slidenum">
              <a:rPr lang="es-ES" noProof="0" smtClean="0"/>
              <a:t>‹#›</a:t>
            </a:fld>
            <a:endParaRPr lang="es-ES" noProof="0" dirty="0"/>
          </a:p>
        </p:txBody>
      </p:sp>
      <p:sp>
        <p:nvSpPr>
          <p:cNvPr id="8" name="Rectangle: Rounded Corners 7">
            <a:extLst>
              <a:ext uri="{FF2B5EF4-FFF2-40B4-BE49-F238E27FC236}">
                <a16:creationId xmlns:a16="http://schemas.microsoft.com/office/drawing/2014/main" id="{564332D5-1933-C57D-42B6-183DC2A4C567}"/>
              </a:ext>
            </a:extLst>
          </p:cNvPr>
          <p:cNvSpPr/>
          <p:nvPr/>
        </p:nvSpPr>
        <p:spPr>
          <a:xfrm>
            <a:off x="720000" y="5598000"/>
            <a:ext cx="613813" cy="540000"/>
          </a:xfrm>
          <a:prstGeom prst="roundRect">
            <a:avLst/>
          </a:prstGeom>
          <a:solidFill>
            <a:srgbClr val="99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dirty="0"/>
          </a:p>
        </p:txBody>
      </p:sp>
      <p:sp>
        <p:nvSpPr>
          <p:cNvPr id="21" name="Content Placeholder 20">
            <a:extLst>
              <a:ext uri="{FF2B5EF4-FFF2-40B4-BE49-F238E27FC236}">
                <a16:creationId xmlns:a16="http://schemas.microsoft.com/office/drawing/2014/main" id="{37EDCC3F-5122-AA78-5970-BD245E579433}"/>
              </a:ext>
            </a:extLst>
          </p:cNvPr>
          <p:cNvSpPr>
            <a:spLocks noGrp="1"/>
          </p:cNvSpPr>
          <p:nvPr>
            <p:ph sz="quarter" idx="14" hasCustomPrompt="1"/>
          </p:nvPr>
        </p:nvSpPr>
        <p:spPr>
          <a:xfrm>
            <a:off x="927652" y="5598000"/>
            <a:ext cx="4320000" cy="540000"/>
          </a:xfrm>
          <a:solidFill>
            <a:schemeClr val="bg1">
              <a:lumMod val="75000"/>
            </a:schemeClr>
          </a:solidFill>
        </p:spPr>
        <p:txBody>
          <a:bodyPr anchor="ctr" anchorCtr="0">
            <a:noAutofit/>
          </a:bodyPr>
          <a:lstStyle>
            <a:lvl1pPr marL="0" indent="0">
              <a:buNone/>
              <a:defRPr sz="1800">
                <a:solidFill>
                  <a:schemeClr val="bg1">
                    <a:lumMod val="10000"/>
                  </a:schemeClr>
                </a:solidFill>
                <a:latin typeface="+mn-lt"/>
              </a:defRPr>
            </a:lvl1pPr>
            <a:lvl2pPr>
              <a:defRPr sz="1600"/>
            </a:lvl2pPr>
            <a:lvl3pPr>
              <a:defRPr sz="1400"/>
            </a:lvl3pPr>
            <a:lvl4pPr>
              <a:defRPr sz="1200"/>
            </a:lvl4pPr>
            <a:lvl5pPr>
              <a:defRPr sz="1200"/>
            </a:lvl5pPr>
          </a:lstStyle>
          <a:p>
            <a:r>
              <a:rPr lang="en-US" sz="1800" dirty="0" err="1">
                <a:solidFill>
                  <a:schemeClr val="bg1"/>
                </a:solidFill>
                <a:latin typeface="Segoe UI" panose="020B0502040204020203" pitchFamily="34" charset="0"/>
                <a:cs typeface="Segoe UI" panose="020B0502040204020203" pitchFamily="34" charset="0"/>
              </a:rPr>
              <a:t>Ingrese</a:t>
            </a:r>
            <a:r>
              <a:rPr lang="en-US" sz="1800" dirty="0">
                <a:solidFill>
                  <a:schemeClr val="bg1"/>
                </a:solidFill>
                <a:latin typeface="Segoe UI" panose="020B0502040204020203" pitchFamily="34" charset="0"/>
                <a:cs typeface="Segoe UI" panose="020B0502040204020203" pitchFamily="34" charset="0"/>
              </a:rPr>
              <a:t> </a:t>
            </a:r>
            <a:r>
              <a:rPr lang="en-US" sz="1800" dirty="0" err="1">
                <a:solidFill>
                  <a:schemeClr val="bg1"/>
                </a:solidFill>
                <a:latin typeface="Segoe UI" panose="020B0502040204020203" pitchFamily="34" charset="0"/>
                <a:cs typeface="Segoe UI" panose="020B0502040204020203" pitchFamily="34" charset="0"/>
              </a:rPr>
              <a:t>aquí</a:t>
            </a:r>
            <a:r>
              <a:rPr lang="en-US" sz="1800" dirty="0">
                <a:solidFill>
                  <a:schemeClr val="bg1"/>
                </a:solidFill>
                <a:latin typeface="Segoe UI" panose="020B0502040204020203" pitchFamily="34" charset="0"/>
                <a:cs typeface="Segoe UI" panose="020B0502040204020203" pitchFamily="34" charset="0"/>
              </a:rPr>
              <a:t> </a:t>
            </a:r>
            <a:r>
              <a:rPr lang="en-US" sz="1800" dirty="0" err="1">
                <a:solidFill>
                  <a:schemeClr val="bg1"/>
                </a:solidFill>
                <a:latin typeface="Segoe UI" panose="020B0502040204020203" pitchFamily="34" charset="0"/>
                <a:cs typeface="Segoe UI" panose="020B0502040204020203" pitchFamily="34" charset="0"/>
              </a:rPr>
              <a:t>su</a:t>
            </a:r>
            <a:r>
              <a:rPr lang="en-US" sz="1800" dirty="0">
                <a:solidFill>
                  <a:schemeClr val="bg1"/>
                </a:solidFill>
                <a:latin typeface="Segoe UI" panose="020B0502040204020203" pitchFamily="34" charset="0"/>
                <a:cs typeface="Segoe UI" panose="020B0502040204020203" pitchFamily="34" charset="0"/>
              </a:rPr>
              <a:t> </a:t>
            </a:r>
            <a:r>
              <a:rPr lang="en-US" sz="1800" dirty="0" err="1">
                <a:solidFill>
                  <a:schemeClr val="bg1"/>
                </a:solidFill>
                <a:latin typeface="Segoe UI" panose="020B0502040204020203" pitchFamily="34" charset="0"/>
                <a:cs typeface="Segoe UI" panose="020B0502040204020203" pitchFamily="34" charset="0"/>
              </a:rPr>
              <a:t>nombre</a:t>
            </a:r>
            <a:r>
              <a:rPr lang="en-US" sz="1800" dirty="0">
                <a:solidFill>
                  <a:schemeClr val="bg1"/>
                </a:solidFill>
                <a:latin typeface="Segoe UI" panose="020B0502040204020203" pitchFamily="34" charset="0"/>
                <a:cs typeface="Segoe UI" panose="020B0502040204020203" pitchFamily="34" charset="0"/>
              </a:rPr>
              <a:t> (</a:t>
            </a:r>
            <a:r>
              <a:rPr lang="en-US" sz="1800" dirty="0" err="1">
                <a:solidFill>
                  <a:schemeClr val="bg1"/>
                </a:solidFill>
                <a:latin typeface="Segoe UI" panose="020B0502040204020203" pitchFamily="34" charset="0"/>
                <a:cs typeface="Segoe UI" panose="020B0502040204020203" pitchFamily="34" charset="0"/>
              </a:rPr>
              <a:t>requerido</a:t>
            </a:r>
            <a:r>
              <a:rPr lang="en-US" sz="1800" dirty="0">
                <a:solidFill>
                  <a:schemeClr val="bg1"/>
                </a:solidFill>
                <a:latin typeface="Segoe UI" panose="020B0502040204020203" pitchFamily="34" charset="0"/>
                <a:cs typeface="Segoe UI" panose="020B0502040204020203" pitchFamily="34" charset="0"/>
              </a:rPr>
              <a:t>)</a:t>
            </a:r>
          </a:p>
        </p:txBody>
      </p:sp>
    </p:spTree>
    <p:extLst>
      <p:ext uri="{BB962C8B-B14F-4D97-AF65-F5344CB8AC3E}">
        <p14:creationId xmlns:p14="http://schemas.microsoft.com/office/powerpoint/2010/main" val="32923975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co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719999"/>
            <a:ext cx="6840000" cy="810000"/>
          </a:xfrm>
        </p:spPr>
        <p:txBody>
          <a:bodyPr anchor="b" anchorCtr="0">
            <a:normAutofit/>
          </a:bodyPr>
          <a:lstStyle>
            <a:lvl1pPr>
              <a:defRPr sz="2600"/>
            </a:lvl1pPr>
          </a:lstStyle>
          <a:p>
            <a:r>
              <a:rPr lang="es-ES" dirty="0"/>
              <a:t>Ingrese aquí un subtítulo</a:t>
            </a:r>
            <a:endParaRPr lang="en-US" dirty="0"/>
          </a:p>
        </p:txBody>
      </p:sp>
      <p:sp>
        <p:nvSpPr>
          <p:cNvPr id="3" name="Content Placeholder 2"/>
          <p:cNvSpPr>
            <a:spLocks noGrp="1"/>
          </p:cNvSpPr>
          <p:nvPr>
            <p:ph idx="1"/>
          </p:nvPr>
        </p:nvSpPr>
        <p:spPr>
          <a:xfrm>
            <a:off x="720000" y="1620000"/>
            <a:ext cx="6840000" cy="4590000"/>
          </a:xfrm>
        </p:spPr>
        <p:txBody>
          <a:bodyPr/>
          <a:lstStyle>
            <a:lvl1pPr>
              <a:defRPr sz="2400">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4" name="Date Placeholder 3"/>
          <p:cNvSpPr>
            <a:spLocks noGrp="1"/>
          </p:cNvSpPr>
          <p:nvPr>
            <p:ph type="dt" sz="half" idx="10"/>
          </p:nvPr>
        </p:nvSpPr>
        <p:spPr>
          <a:xfrm>
            <a:off x="720000" y="6356351"/>
            <a:ext cx="2743200" cy="365125"/>
          </a:xfrm>
        </p:spPr>
        <p:txBody>
          <a:bodyPr/>
          <a:lstStyle/>
          <a:p>
            <a:pPr rtl="0"/>
            <a:fld id="{0D82DBE2-B5E9-4999-A9C0-55ED93FCE73D}" type="datetime1">
              <a:rPr lang="es-ES" noProof="0" smtClean="0"/>
              <a:t>08/05/2026</a:t>
            </a:fld>
            <a:endParaRPr lang="es-ES" noProof="0" dirty="0"/>
          </a:p>
        </p:txBody>
      </p:sp>
      <p:sp>
        <p:nvSpPr>
          <p:cNvPr id="5" name="Footer Placeholder 4"/>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6" name="Slide Number Placeholder 5"/>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8158087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ítulo y objetos si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719999"/>
            <a:ext cx="10753200" cy="810000"/>
          </a:xfrm>
        </p:spPr>
        <p:txBody>
          <a:bodyPr anchor="b" anchorCtr="0">
            <a:normAutofit/>
          </a:bodyPr>
          <a:lstStyle>
            <a:lvl1pPr>
              <a:defRPr sz="2600"/>
            </a:lvl1pPr>
          </a:lstStyle>
          <a:p>
            <a:r>
              <a:rPr lang="es-ES" dirty="0"/>
              <a:t>Ingrese aquí un subtítulo</a:t>
            </a:r>
            <a:endParaRPr lang="en-US" dirty="0"/>
          </a:p>
        </p:txBody>
      </p:sp>
      <p:sp>
        <p:nvSpPr>
          <p:cNvPr id="3" name="Content Placeholder 2"/>
          <p:cNvSpPr>
            <a:spLocks noGrp="1"/>
          </p:cNvSpPr>
          <p:nvPr>
            <p:ph idx="1"/>
          </p:nvPr>
        </p:nvSpPr>
        <p:spPr>
          <a:xfrm>
            <a:off x="720000" y="1620000"/>
            <a:ext cx="10753200" cy="4590000"/>
          </a:xfrm>
        </p:spPr>
        <p:txBody>
          <a:bodyPr/>
          <a:lstStyle>
            <a:lvl1pPr>
              <a:defRPr sz="2400">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4" name="Date Placeholder 3"/>
          <p:cNvSpPr>
            <a:spLocks noGrp="1"/>
          </p:cNvSpPr>
          <p:nvPr>
            <p:ph type="dt" sz="half" idx="10"/>
          </p:nvPr>
        </p:nvSpPr>
        <p:spPr>
          <a:xfrm>
            <a:off x="720000" y="6356351"/>
            <a:ext cx="2743200" cy="365125"/>
          </a:xfrm>
        </p:spPr>
        <p:txBody>
          <a:bodyPr/>
          <a:lstStyle/>
          <a:p>
            <a:pPr rtl="0"/>
            <a:fld id="{89B7BC24-C90D-4DAD-A6CB-BBA58C4D57BB}" type="datetime1">
              <a:rPr lang="es-ES" noProof="0" smtClean="0"/>
              <a:t>08/05/2026</a:t>
            </a:fld>
            <a:endParaRPr lang="es-ES" noProof="0" dirty="0"/>
          </a:p>
        </p:txBody>
      </p:sp>
      <p:sp>
        <p:nvSpPr>
          <p:cNvPr id="5" name="Footer Placeholder 4"/>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6" name="Slide Number Placeholder 5"/>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5099722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Encabezado de sección co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1709740"/>
            <a:ext cx="6840000" cy="2852737"/>
          </a:xfrm>
        </p:spPr>
        <p:txBody>
          <a:bodyPr anchor="b">
            <a:normAutofit/>
          </a:bodyPr>
          <a:lstStyle>
            <a:lvl1pPr>
              <a:defRPr sz="2600">
                <a:solidFill>
                  <a:schemeClr val="tx1"/>
                </a:solidFill>
              </a:defRPr>
            </a:lvl1pPr>
          </a:lstStyle>
          <a:p>
            <a:r>
              <a:rPr lang="es-ES" dirty="0"/>
              <a:t>Ingrese aquí el subtítulo</a:t>
            </a:r>
            <a:endParaRPr lang="en-US" dirty="0"/>
          </a:p>
        </p:txBody>
      </p:sp>
      <p:sp>
        <p:nvSpPr>
          <p:cNvPr id="3" name="Text Placeholder 2"/>
          <p:cNvSpPr>
            <a:spLocks noGrp="1"/>
          </p:cNvSpPr>
          <p:nvPr>
            <p:ph type="body" idx="1" hasCustomPrompt="1"/>
          </p:nvPr>
        </p:nvSpPr>
        <p:spPr>
          <a:xfrm>
            <a:off x="720000" y="4643020"/>
            <a:ext cx="6840000" cy="1446631"/>
          </a:xfrm>
        </p:spPr>
        <p:txBody>
          <a:bodyPr>
            <a:normAutofit/>
          </a:bodyPr>
          <a:lstStyle>
            <a:lvl1pPr marL="0" indent="0">
              <a:buNone/>
              <a:defRPr sz="2000">
                <a:solidFill>
                  <a:schemeClr val="tx1">
                    <a:lumMod val="75000"/>
                    <a:lumOff val="25000"/>
                  </a:schemeClr>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s-ES" dirty="0"/>
              <a:t>Ingrese aquí una breve descripción del alcance</a:t>
            </a:r>
          </a:p>
        </p:txBody>
      </p:sp>
      <p:sp>
        <p:nvSpPr>
          <p:cNvPr id="4" name="Date Placeholder 3"/>
          <p:cNvSpPr>
            <a:spLocks noGrp="1"/>
          </p:cNvSpPr>
          <p:nvPr>
            <p:ph type="dt" sz="half" idx="10"/>
          </p:nvPr>
        </p:nvSpPr>
        <p:spPr/>
        <p:txBody>
          <a:bodyPr/>
          <a:lstStyle/>
          <a:p>
            <a:pPr rtl="0"/>
            <a:fld id="{217D4995-77A4-48E5-92B1-2DC992A39FBB}" type="datetime1">
              <a:rPr lang="es-ES" noProof="0" smtClean="0"/>
              <a:t>08/05/2026</a:t>
            </a:fld>
            <a:endParaRPr lang="es-ES" noProof="0" dirty="0"/>
          </a:p>
        </p:txBody>
      </p:sp>
      <p:sp>
        <p:nvSpPr>
          <p:cNvPr id="5" name="Footer Placeholder 4"/>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6" name="Slide Number Placeholder 5"/>
          <p:cNvSpPr>
            <a:spLocks noGrp="1"/>
          </p:cNvSpPr>
          <p:nvPr>
            <p:ph type="sldNum" sz="quarter" idx="12"/>
          </p:nvPr>
        </p:nvSpPr>
        <p:spPr/>
        <p:txBody>
          <a:bodyPr/>
          <a:lstStyle/>
          <a:p>
            <a:pPr rtl="0"/>
            <a:fld id="{71B7BAC7-FE87-40F6-AA24-4F4685D1B022}" type="slidenum">
              <a:rPr lang="es-ES" noProof="0" smtClean="0"/>
              <a:t>‹#›</a:t>
            </a:fld>
            <a:endParaRPr lang="es-ES" noProof="0" dirty="0"/>
          </a:p>
        </p:txBody>
      </p:sp>
    </p:spTree>
    <p:extLst>
      <p:ext uri="{BB962C8B-B14F-4D97-AF65-F5344CB8AC3E}">
        <p14:creationId xmlns:p14="http://schemas.microsoft.com/office/powerpoint/2010/main" val="3339372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Encabezado de sección si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1709740"/>
            <a:ext cx="10753200" cy="2852737"/>
          </a:xfrm>
        </p:spPr>
        <p:txBody>
          <a:bodyPr anchor="b">
            <a:normAutofit/>
          </a:bodyPr>
          <a:lstStyle>
            <a:lvl1pPr>
              <a:defRPr sz="2600">
                <a:solidFill>
                  <a:schemeClr val="tx1"/>
                </a:solidFill>
              </a:defRPr>
            </a:lvl1pPr>
          </a:lstStyle>
          <a:p>
            <a:r>
              <a:rPr lang="es-ES" dirty="0"/>
              <a:t>Ingrese aquí el subtítulo</a:t>
            </a:r>
            <a:endParaRPr lang="en-US" dirty="0"/>
          </a:p>
        </p:txBody>
      </p:sp>
      <p:sp>
        <p:nvSpPr>
          <p:cNvPr id="3" name="Text Placeholder 2"/>
          <p:cNvSpPr>
            <a:spLocks noGrp="1"/>
          </p:cNvSpPr>
          <p:nvPr>
            <p:ph type="body" idx="1" hasCustomPrompt="1"/>
          </p:nvPr>
        </p:nvSpPr>
        <p:spPr>
          <a:xfrm>
            <a:off x="720000" y="4651898"/>
            <a:ext cx="10753200" cy="1437753"/>
          </a:xfrm>
        </p:spPr>
        <p:txBody>
          <a:bodyPr>
            <a:normAutofit/>
          </a:bodyPr>
          <a:lstStyle>
            <a:lvl1pPr marL="0" indent="0">
              <a:buNone/>
              <a:defRPr sz="2000">
                <a:solidFill>
                  <a:schemeClr val="tx1">
                    <a:lumMod val="75000"/>
                    <a:lumOff val="25000"/>
                  </a:schemeClr>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s-ES" dirty="0"/>
              <a:t>Ingrese aquí una breve descripción del alcance</a:t>
            </a:r>
          </a:p>
        </p:txBody>
      </p:sp>
      <p:sp>
        <p:nvSpPr>
          <p:cNvPr id="4" name="Date Placeholder 3"/>
          <p:cNvSpPr>
            <a:spLocks noGrp="1"/>
          </p:cNvSpPr>
          <p:nvPr>
            <p:ph type="dt" sz="half" idx="10"/>
          </p:nvPr>
        </p:nvSpPr>
        <p:spPr/>
        <p:txBody>
          <a:bodyPr/>
          <a:lstStyle/>
          <a:p>
            <a:pPr rtl="0"/>
            <a:fld id="{AE8112B3-1F24-452F-80DE-56BF301098EC}" type="datetime1">
              <a:rPr lang="es-ES" noProof="0" smtClean="0"/>
              <a:t>08/05/2026</a:t>
            </a:fld>
            <a:endParaRPr lang="es-ES" noProof="0" dirty="0"/>
          </a:p>
        </p:txBody>
      </p:sp>
      <p:sp>
        <p:nvSpPr>
          <p:cNvPr id="5" name="Footer Placeholder 4"/>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6" name="Slide Number Placeholder 5"/>
          <p:cNvSpPr>
            <a:spLocks noGrp="1"/>
          </p:cNvSpPr>
          <p:nvPr>
            <p:ph type="sldNum" sz="quarter" idx="12"/>
          </p:nvPr>
        </p:nvSpPr>
        <p:spPr/>
        <p:txBody>
          <a:bodyPr/>
          <a:lstStyle/>
          <a:p>
            <a:pPr rtl="0"/>
            <a:fld id="{71B7BAC7-FE87-40F6-AA24-4F4685D1B022}" type="slidenum">
              <a:rPr lang="es-ES" noProof="0" smtClean="0"/>
              <a:t>‹#›</a:t>
            </a:fld>
            <a:endParaRPr lang="es-ES" noProof="0" dirty="0"/>
          </a:p>
        </p:txBody>
      </p:sp>
    </p:spTree>
    <p:extLst>
      <p:ext uri="{BB962C8B-B14F-4D97-AF65-F5344CB8AC3E}">
        <p14:creationId xmlns:p14="http://schemas.microsoft.com/office/powerpoint/2010/main" val="17330406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Dos objetos co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720000"/>
            <a:ext cx="6840000" cy="810000"/>
          </a:xfrm>
        </p:spPr>
        <p:txBody>
          <a:bodyPr anchor="b" anchorCtr="0"/>
          <a:lstStyle>
            <a:lvl1pPr>
              <a:defRPr>
                <a:solidFill>
                  <a:schemeClr val="tx1"/>
                </a:solidFill>
              </a:defRPr>
            </a:lvl1pPr>
          </a:lstStyle>
          <a:p>
            <a:r>
              <a:rPr lang="es-ES" dirty="0"/>
              <a:t>Ingrese aquí el subtítulo</a:t>
            </a:r>
            <a:endParaRPr lang="en-US" dirty="0"/>
          </a:p>
        </p:txBody>
      </p:sp>
      <p:sp>
        <p:nvSpPr>
          <p:cNvPr id="3" name="Content Placeholder 2"/>
          <p:cNvSpPr>
            <a:spLocks noGrp="1"/>
          </p:cNvSpPr>
          <p:nvPr>
            <p:ph sz="half" idx="1"/>
          </p:nvPr>
        </p:nvSpPr>
        <p:spPr>
          <a:xfrm>
            <a:off x="720000" y="1710000"/>
            <a:ext cx="3330000" cy="441000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4" name="Content Placeholder 3"/>
          <p:cNvSpPr>
            <a:spLocks noGrp="1"/>
          </p:cNvSpPr>
          <p:nvPr>
            <p:ph sz="half" idx="2"/>
          </p:nvPr>
        </p:nvSpPr>
        <p:spPr>
          <a:xfrm>
            <a:off x="4230000" y="1710000"/>
            <a:ext cx="3330000" cy="441000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5" name="Date Placeholder 4"/>
          <p:cNvSpPr>
            <a:spLocks noGrp="1"/>
          </p:cNvSpPr>
          <p:nvPr>
            <p:ph type="dt" sz="half" idx="10"/>
          </p:nvPr>
        </p:nvSpPr>
        <p:spPr/>
        <p:txBody>
          <a:bodyPr/>
          <a:lstStyle/>
          <a:p>
            <a:pPr rtl="0"/>
            <a:fld id="{39B46DA2-8C2E-44C4-A865-CD3D33CFD45F}" type="datetime1">
              <a:rPr lang="es-ES" noProof="0" smtClean="0"/>
              <a:t>08/05/2026</a:t>
            </a:fld>
            <a:endParaRPr lang="es-ES" noProof="0" dirty="0"/>
          </a:p>
        </p:txBody>
      </p:sp>
      <p:sp>
        <p:nvSpPr>
          <p:cNvPr id="6" name="Footer Placeholder 5"/>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7" name="Slide Number Placeholder 6"/>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31261679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Dos objetos si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720000"/>
            <a:ext cx="10753200" cy="810000"/>
          </a:xfrm>
        </p:spPr>
        <p:txBody>
          <a:bodyPr anchor="b" anchorCtr="0"/>
          <a:lstStyle>
            <a:lvl1pPr>
              <a:defRPr>
                <a:solidFill>
                  <a:schemeClr val="tx1"/>
                </a:solidFill>
              </a:defRPr>
            </a:lvl1pPr>
          </a:lstStyle>
          <a:p>
            <a:r>
              <a:rPr lang="es-ES" dirty="0"/>
              <a:t>Ingrese aquí el subtítulo</a:t>
            </a:r>
            <a:endParaRPr lang="en-US" dirty="0"/>
          </a:p>
        </p:txBody>
      </p:sp>
      <p:sp>
        <p:nvSpPr>
          <p:cNvPr id="3" name="Content Placeholder 2"/>
          <p:cNvSpPr>
            <a:spLocks noGrp="1"/>
          </p:cNvSpPr>
          <p:nvPr>
            <p:ph sz="half" idx="1"/>
          </p:nvPr>
        </p:nvSpPr>
        <p:spPr>
          <a:xfrm>
            <a:off x="720000" y="1710000"/>
            <a:ext cx="5220000" cy="441000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4" name="Content Placeholder 3"/>
          <p:cNvSpPr>
            <a:spLocks noGrp="1"/>
          </p:cNvSpPr>
          <p:nvPr>
            <p:ph sz="half" idx="2"/>
          </p:nvPr>
        </p:nvSpPr>
        <p:spPr>
          <a:xfrm>
            <a:off x="6252002" y="1710000"/>
            <a:ext cx="5220000" cy="441000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5" name="Date Placeholder 4"/>
          <p:cNvSpPr>
            <a:spLocks noGrp="1"/>
          </p:cNvSpPr>
          <p:nvPr>
            <p:ph type="dt" sz="half" idx="10"/>
          </p:nvPr>
        </p:nvSpPr>
        <p:spPr/>
        <p:txBody>
          <a:bodyPr/>
          <a:lstStyle/>
          <a:p>
            <a:pPr rtl="0"/>
            <a:fld id="{D1525062-C568-4AE5-A98F-45E6D6D3E9AC}" type="datetime1">
              <a:rPr lang="es-ES" noProof="0" smtClean="0"/>
              <a:t>08/05/2026</a:t>
            </a:fld>
            <a:endParaRPr lang="es-ES" noProof="0" dirty="0"/>
          </a:p>
        </p:txBody>
      </p:sp>
      <p:sp>
        <p:nvSpPr>
          <p:cNvPr id="6" name="Footer Placeholder 5"/>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7" name="Slide Number Placeholder 6"/>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9606891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Comparación co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720000"/>
            <a:ext cx="6840000" cy="810000"/>
          </a:xfrm>
        </p:spPr>
        <p:txBody>
          <a:bodyPr anchor="b" anchorCtr="0"/>
          <a:lstStyle>
            <a:lvl1pPr>
              <a:defRPr>
                <a:solidFill>
                  <a:schemeClr val="tx1"/>
                </a:solidFill>
              </a:defRPr>
            </a:lvl1pPr>
          </a:lstStyle>
          <a:p>
            <a:r>
              <a:rPr lang="es-ES" dirty="0"/>
              <a:t>Ingrese aquí el subtítulo</a:t>
            </a:r>
            <a:endParaRPr lang="en-US" dirty="0"/>
          </a:p>
        </p:txBody>
      </p:sp>
      <p:sp>
        <p:nvSpPr>
          <p:cNvPr id="3" name="Text Placeholder 2"/>
          <p:cNvSpPr>
            <a:spLocks noGrp="1"/>
          </p:cNvSpPr>
          <p:nvPr>
            <p:ph type="body" idx="1" hasCustomPrompt="1"/>
          </p:nvPr>
        </p:nvSpPr>
        <p:spPr>
          <a:xfrm>
            <a:off x="719999" y="1681163"/>
            <a:ext cx="3330000" cy="823912"/>
          </a:xfrm>
        </p:spPr>
        <p:txBody>
          <a:bodyPr anchor="b">
            <a:noAutofit/>
          </a:bodyPr>
          <a:lstStyle>
            <a:lvl1pPr marL="0" indent="0">
              <a:buNone/>
              <a:defRPr sz="2400" b="0">
                <a:solidFill>
                  <a:schemeClr val="tx1"/>
                </a:solidFill>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s-ES" dirty="0"/>
              <a:t>Subtítulo primer elemento</a:t>
            </a:r>
          </a:p>
        </p:txBody>
      </p:sp>
      <p:sp>
        <p:nvSpPr>
          <p:cNvPr id="4" name="Content Placeholder 3"/>
          <p:cNvSpPr>
            <a:spLocks noGrp="1"/>
          </p:cNvSpPr>
          <p:nvPr>
            <p:ph sz="half" idx="2"/>
          </p:nvPr>
        </p:nvSpPr>
        <p:spPr>
          <a:xfrm>
            <a:off x="719999" y="2656238"/>
            <a:ext cx="3330000" cy="3481762"/>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5" name="Text Placeholder 4"/>
          <p:cNvSpPr>
            <a:spLocks noGrp="1"/>
          </p:cNvSpPr>
          <p:nvPr>
            <p:ph type="body" sz="quarter" idx="3" hasCustomPrompt="1"/>
          </p:nvPr>
        </p:nvSpPr>
        <p:spPr>
          <a:xfrm>
            <a:off x="4230000" y="1696688"/>
            <a:ext cx="3330000" cy="823912"/>
          </a:xfrm>
        </p:spPr>
        <p:txBody>
          <a:bodyPr anchor="b"/>
          <a:lstStyle>
            <a:lvl1pPr marL="0" indent="0">
              <a:buNone/>
              <a:defRPr sz="2400" b="0">
                <a:solidFill>
                  <a:schemeClr val="tx1"/>
                </a:solidFill>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s-ES" dirty="0"/>
              <a:t>Subtítulo segundo elemento</a:t>
            </a:r>
          </a:p>
        </p:txBody>
      </p:sp>
      <p:sp>
        <p:nvSpPr>
          <p:cNvPr id="6" name="Content Placeholder 5"/>
          <p:cNvSpPr>
            <a:spLocks noGrp="1"/>
          </p:cNvSpPr>
          <p:nvPr>
            <p:ph sz="quarter" idx="4"/>
          </p:nvPr>
        </p:nvSpPr>
        <p:spPr>
          <a:xfrm>
            <a:off x="4230000" y="2687287"/>
            <a:ext cx="3330000" cy="3466237"/>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7" name="Date Placeholder 6"/>
          <p:cNvSpPr>
            <a:spLocks noGrp="1"/>
          </p:cNvSpPr>
          <p:nvPr>
            <p:ph type="dt" sz="half" idx="10"/>
          </p:nvPr>
        </p:nvSpPr>
        <p:spPr/>
        <p:txBody>
          <a:bodyPr/>
          <a:lstStyle/>
          <a:p>
            <a:pPr rtl="0"/>
            <a:fld id="{8EBA81B0-EA87-4E7B-A74D-942650D6BCED}" type="datetime1">
              <a:rPr lang="es-ES" noProof="0" smtClean="0"/>
              <a:t>08/05/2026</a:t>
            </a:fld>
            <a:endParaRPr lang="es-ES" noProof="0" dirty="0"/>
          </a:p>
        </p:txBody>
      </p:sp>
      <p:sp>
        <p:nvSpPr>
          <p:cNvPr id="8" name="Footer Placeholder 7"/>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9" name="Slide Number Placeholder 8"/>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34608163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Comparación si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720000"/>
            <a:ext cx="10753200" cy="810000"/>
          </a:xfrm>
        </p:spPr>
        <p:txBody>
          <a:bodyPr anchor="b" anchorCtr="0"/>
          <a:lstStyle>
            <a:lvl1pPr>
              <a:defRPr>
                <a:solidFill>
                  <a:schemeClr val="tx1"/>
                </a:solidFill>
              </a:defRPr>
            </a:lvl1pPr>
          </a:lstStyle>
          <a:p>
            <a:r>
              <a:rPr lang="es-ES" dirty="0"/>
              <a:t>Ingrese aquí el subtítulo</a:t>
            </a:r>
            <a:endParaRPr lang="en-US" dirty="0"/>
          </a:p>
        </p:txBody>
      </p:sp>
      <p:sp>
        <p:nvSpPr>
          <p:cNvPr id="3" name="Text Placeholder 2"/>
          <p:cNvSpPr>
            <a:spLocks noGrp="1"/>
          </p:cNvSpPr>
          <p:nvPr>
            <p:ph type="body" idx="1" hasCustomPrompt="1"/>
          </p:nvPr>
        </p:nvSpPr>
        <p:spPr>
          <a:xfrm>
            <a:off x="719999" y="1681163"/>
            <a:ext cx="5220000" cy="823912"/>
          </a:xfrm>
        </p:spPr>
        <p:txBody>
          <a:bodyPr anchor="b">
            <a:noAutofit/>
          </a:bodyPr>
          <a:lstStyle>
            <a:lvl1pPr marL="0" indent="0">
              <a:buNone/>
              <a:defRPr sz="2400" b="0">
                <a:solidFill>
                  <a:schemeClr val="tx1"/>
                </a:solidFill>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s-ES" dirty="0"/>
              <a:t>Subtítulo primer elemento</a:t>
            </a:r>
          </a:p>
        </p:txBody>
      </p:sp>
      <p:sp>
        <p:nvSpPr>
          <p:cNvPr id="4" name="Content Placeholder 3"/>
          <p:cNvSpPr>
            <a:spLocks noGrp="1"/>
          </p:cNvSpPr>
          <p:nvPr>
            <p:ph sz="half" idx="2"/>
          </p:nvPr>
        </p:nvSpPr>
        <p:spPr>
          <a:xfrm>
            <a:off x="719999" y="2656237"/>
            <a:ext cx="5220000" cy="3481763"/>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5" name="Text Placeholder 4"/>
          <p:cNvSpPr>
            <a:spLocks noGrp="1"/>
          </p:cNvSpPr>
          <p:nvPr>
            <p:ph type="body" sz="quarter" idx="3" hasCustomPrompt="1"/>
          </p:nvPr>
        </p:nvSpPr>
        <p:spPr>
          <a:xfrm>
            <a:off x="6252000" y="1681163"/>
            <a:ext cx="5220000" cy="823912"/>
          </a:xfrm>
        </p:spPr>
        <p:txBody>
          <a:bodyPr anchor="b"/>
          <a:lstStyle>
            <a:lvl1pPr marL="0" indent="0">
              <a:buNone/>
              <a:defRPr sz="2400" b="0">
                <a:solidFill>
                  <a:schemeClr val="tx1"/>
                </a:solidFill>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s-ES" dirty="0"/>
              <a:t>Subtítulo segundo elemento</a:t>
            </a:r>
          </a:p>
        </p:txBody>
      </p:sp>
      <p:sp>
        <p:nvSpPr>
          <p:cNvPr id="6" name="Content Placeholder 5"/>
          <p:cNvSpPr>
            <a:spLocks noGrp="1"/>
          </p:cNvSpPr>
          <p:nvPr>
            <p:ph sz="quarter" idx="4"/>
          </p:nvPr>
        </p:nvSpPr>
        <p:spPr>
          <a:xfrm>
            <a:off x="6252000" y="2656238"/>
            <a:ext cx="5220000" cy="3481763"/>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7" name="Date Placeholder 6"/>
          <p:cNvSpPr>
            <a:spLocks noGrp="1"/>
          </p:cNvSpPr>
          <p:nvPr>
            <p:ph type="dt" sz="half" idx="10"/>
          </p:nvPr>
        </p:nvSpPr>
        <p:spPr/>
        <p:txBody>
          <a:bodyPr/>
          <a:lstStyle/>
          <a:p>
            <a:pPr rtl="0"/>
            <a:fld id="{F6653BDA-CE15-46D4-A5A4-C9E9758DEFB2}" type="datetime1">
              <a:rPr lang="es-ES" noProof="0" smtClean="0"/>
              <a:t>08/05/2026</a:t>
            </a:fld>
            <a:endParaRPr lang="es-ES" noProof="0" dirty="0"/>
          </a:p>
        </p:txBody>
      </p:sp>
      <p:sp>
        <p:nvSpPr>
          <p:cNvPr id="8" name="Footer Placeholder 7"/>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9" name="Slide Number Placeholder 8"/>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42839666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Solo el título co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s-ES" dirty="0"/>
              <a:t>Ingrese aquí el subtítulo</a:t>
            </a:r>
            <a:endParaRPr lang="en-US" dirty="0"/>
          </a:p>
        </p:txBody>
      </p:sp>
      <p:sp>
        <p:nvSpPr>
          <p:cNvPr id="3" name="Date Placeholder 2"/>
          <p:cNvSpPr>
            <a:spLocks noGrp="1"/>
          </p:cNvSpPr>
          <p:nvPr>
            <p:ph type="dt" sz="half" idx="10"/>
          </p:nvPr>
        </p:nvSpPr>
        <p:spPr/>
        <p:txBody>
          <a:bodyPr/>
          <a:lstStyle/>
          <a:p>
            <a:pPr rtl="0"/>
            <a:fld id="{2AB3A384-AAB1-4A76-A43B-EFE930A802BF}" type="datetime1">
              <a:rPr lang="es-ES" noProof="0" smtClean="0"/>
              <a:t>08/05/2026</a:t>
            </a:fld>
            <a:endParaRPr lang="es-ES" noProof="0" dirty="0"/>
          </a:p>
        </p:txBody>
      </p:sp>
      <p:sp>
        <p:nvSpPr>
          <p:cNvPr id="4" name="Footer Placeholder 3"/>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5" name="Slide Number Placeholder 4"/>
          <p:cNvSpPr>
            <a:spLocks noGrp="1"/>
          </p:cNvSpPr>
          <p:nvPr>
            <p:ph type="sldNum" sz="quarter" idx="12"/>
          </p:nvPr>
        </p:nvSpPr>
        <p:spPr/>
        <p:txBody>
          <a:bodyPr/>
          <a:lstStyle/>
          <a:p>
            <a:pPr rtl="0"/>
            <a:fld id="{71B7BAC7-FE87-40F6-AA24-4F4685D1B022}" type="slidenum">
              <a:rPr lang="es-ES" noProof="0" smtClean="0"/>
              <a:t>‹#›</a:t>
            </a:fld>
            <a:endParaRPr lang="es-ES" noProof="0" dirty="0"/>
          </a:p>
        </p:txBody>
      </p:sp>
    </p:spTree>
    <p:extLst>
      <p:ext uri="{BB962C8B-B14F-4D97-AF65-F5344CB8AC3E}">
        <p14:creationId xmlns:p14="http://schemas.microsoft.com/office/powerpoint/2010/main" val="15366686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reserve="1">
  <p:cSld name="Solo el título si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720000"/>
            <a:ext cx="10753200" cy="2160000"/>
          </a:xfrm>
        </p:spPr>
        <p:txBody>
          <a:bodyPr/>
          <a:lstStyle/>
          <a:p>
            <a:r>
              <a:rPr lang="es-ES" dirty="0"/>
              <a:t>Ingrese aquí el subtítulo</a:t>
            </a:r>
            <a:endParaRPr lang="en-US" dirty="0"/>
          </a:p>
        </p:txBody>
      </p:sp>
      <p:sp>
        <p:nvSpPr>
          <p:cNvPr id="3" name="Date Placeholder 2"/>
          <p:cNvSpPr>
            <a:spLocks noGrp="1"/>
          </p:cNvSpPr>
          <p:nvPr>
            <p:ph type="dt" sz="half" idx="10"/>
          </p:nvPr>
        </p:nvSpPr>
        <p:spPr/>
        <p:txBody>
          <a:bodyPr/>
          <a:lstStyle/>
          <a:p>
            <a:pPr rtl="0"/>
            <a:fld id="{95F109E8-29A7-4A4D-BBAF-954B5246DC6B}" type="datetime1">
              <a:rPr lang="es-ES" noProof="0" smtClean="0"/>
              <a:t>08/05/2026</a:t>
            </a:fld>
            <a:endParaRPr lang="es-ES" noProof="0" dirty="0"/>
          </a:p>
        </p:txBody>
      </p:sp>
      <p:sp>
        <p:nvSpPr>
          <p:cNvPr id="4" name="Footer Placeholder 3"/>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5" name="Slide Number Placeholder 4"/>
          <p:cNvSpPr>
            <a:spLocks noGrp="1"/>
          </p:cNvSpPr>
          <p:nvPr>
            <p:ph type="sldNum" sz="quarter" idx="12"/>
          </p:nvPr>
        </p:nvSpPr>
        <p:spPr/>
        <p:txBody>
          <a:bodyPr/>
          <a:lstStyle/>
          <a:p>
            <a:pPr rtl="0"/>
            <a:fld id="{71B7BAC7-FE87-40F6-AA24-4F4685D1B022}" type="slidenum">
              <a:rPr lang="es-ES" noProof="0" smtClean="0"/>
              <a:t>‹#›</a:t>
            </a:fld>
            <a:endParaRPr lang="es-ES" noProof="0" dirty="0"/>
          </a:p>
        </p:txBody>
      </p:sp>
    </p:spTree>
    <p:extLst>
      <p:ext uri="{BB962C8B-B14F-4D97-AF65-F5344CB8AC3E}">
        <p14:creationId xmlns:p14="http://schemas.microsoft.com/office/powerpoint/2010/main" val="33184672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rtl="0"/>
            <a:fld id="{3EDF4B7F-437B-43B6-8193-868254AADFEB}" type="datetime1">
              <a:rPr lang="es-ES" noProof="0" smtClean="0"/>
              <a:t>08/05/2026</a:t>
            </a:fld>
            <a:endParaRPr lang="es-ES" noProof="0" dirty="0"/>
          </a:p>
        </p:txBody>
      </p:sp>
      <p:sp>
        <p:nvSpPr>
          <p:cNvPr id="3" name="Footer Placeholder 2"/>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4" name="Slide Number Placeholder 3"/>
          <p:cNvSpPr>
            <a:spLocks noGrp="1"/>
          </p:cNvSpPr>
          <p:nvPr>
            <p:ph type="sldNum" sz="quarter" idx="12"/>
          </p:nvPr>
        </p:nvSpPr>
        <p:spPr/>
        <p:txBody>
          <a:bodyPr/>
          <a:lstStyle/>
          <a:p>
            <a:pPr rtl="0"/>
            <a:fld id="{71B7BAC7-FE87-40F6-AA24-4F4685D1B022}" type="slidenum">
              <a:rPr lang="es-ES" noProof="0" smtClean="0"/>
              <a:t>‹#›</a:t>
            </a:fld>
            <a:endParaRPr lang="es-ES" noProof="0" dirty="0"/>
          </a:p>
        </p:txBody>
      </p:sp>
    </p:spTree>
    <p:extLst>
      <p:ext uri="{BB962C8B-B14F-4D97-AF65-F5344CB8AC3E}">
        <p14:creationId xmlns:p14="http://schemas.microsoft.com/office/powerpoint/2010/main" val="14916610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type="objTx" preserve="1">
  <p:cSld name="Contenido con título si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19999" y="720000"/>
            <a:ext cx="4140000" cy="810000"/>
          </a:xfrm>
        </p:spPr>
        <p:txBody>
          <a:bodyPr anchor="t" anchorCtr="0">
            <a:normAutofit/>
          </a:bodyPr>
          <a:lstStyle>
            <a:lvl1pPr>
              <a:defRPr sz="2600"/>
            </a:lvl1pPr>
          </a:lstStyle>
          <a:p>
            <a:r>
              <a:rPr lang="es-ES" dirty="0"/>
              <a:t>Ingrese aquí el subtítulo</a:t>
            </a:r>
            <a:endParaRPr lang="en-US" dirty="0"/>
          </a:p>
        </p:txBody>
      </p:sp>
      <p:sp>
        <p:nvSpPr>
          <p:cNvPr id="3" name="Content Placeholder 2"/>
          <p:cNvSpPr>
            <a:spLocks noGrp="1"/>
          </p:cNvSpPr>
          <p:nvPr>
            <p:ph idx="1"/>
          </p:nvPr>
        </p:nvSpPr>
        <p:spPr>
          <a:xfrm>
            <a:off x="5183188" y="720001"/>
            <a:ext cx="6288812" cy="5409468"/>
          </a:xfrm>
        </p:spPr>
        <p:txBody>
          <a:bodyPr/>
          <a:lstStyle>
            <a:lvl1pPr>
              <a:defRPr sz="2400"/>
            </a:lvl1pPr>
            <a:lvl2pPr>
              <a:defRPr sz="2200"/>
            </a:lvl2pPr>
            <a:lvl3pPr>
              <a:defRPr sz="2000"/>
            </a:lvl3pPr>
            <a:lvl4pPr>
              <a:defRPr sz="1800"/>
            </a:lvl4pPr>
            <a:lvl5pPr>
              <a:defRPr sz="1600"/>
            </a:lvl5pPr>
            <a:lvl6pPr>
              <a:defRPr sz="2000"/>
            </a:lvl6pPr>
            <a:lvl7pPr>
              <a:defRPr sz="2000"/>
            </a:lvl7pPr>
            <a:lvl8pPr>
              <a:defRPr sz="2000"/>
            </a:lvl8pPr>
            <a:lvl9pPr>
              <a:defRPr sz="2000"/>
            </a:lvl9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4" name="Text Placeholder 3"/>
          <p:cNvSpPr>
            <a:spLocks noGrp="1"/>
          </p:cNvSpPr>
          <p:nvPr>
            <p:ph type="body" sz="half" idx="2" hasCustomPrompt="1"/>
          </p:nvPr>
        </p:nvSpPr>
        <p:spPr>
          <a:xfrm>
            <a:off x="720000" y="1719468"/>
            <a:ext cx="4139999" cy="4410000"/>
          </a:xfrm>
        </p:spPr>
        <p:txBody>
          <a:bodyPr>
            <a:normAutofit/>
          </a:bodyPr>
          <a:lstStyle>
            <a:lvl1pPr marL="0" indent="0">
              <a:buNone/>
              <a:defRPr sz="20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s-ES" dirty="0"/>
              <a:t>Ingrese aquí el texto descriptivo de la imagen</a:t>
            </a:r>
          </a:p>
        </p:txBody>
      </p:sp>
      <p:sp>
        <p:nvSpPr>
          <p:cNvPr id="5" name="Date Placeholder 4"/>
          <p:cNvSpPr>
            <a:spLocks noGrp="1"/>
          </p:cNvSpPr>
          <p:nvPr>
            <p:ph type="dt" sz="half" idx="10"/>
          </p:nvPr>
        </p:nvSpPr>
        <p:spPr/>
        <p:txBody>
          <a:bodyPr/>
          <a:lstStyle/>
          <a:p>
            <a:pPr rtl="0"/>
            <a:fld id="{5FD9D2A0-9803-4B3F-A6B6-606959F35242}" type="datetime1">
              <a:rPr lang="es-ES" noProof="0" smtClean="0"/>
              <a:t>08/05/2026</a:t>
            </a:fld>
            <a:endParaRPr lang="es-ES" noProof="0" dirty="0"/>
          </a:p>
        </p:txBody>
      </p:sp>
      <p:sp>
        <p:nvSpPr>
          <p:cNvPr id="6" name="Footer Placeholder 5"/>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7" name="Slide Number Placeholder 6"/>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21781988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picTx" preserve="1">
  <p:cSld name="Imagen con título co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720000"/>
            <a:ext cx="6840000" cy="810000"/>
          </a:xfrm>
        </p:spPr>
        <p:txBody>
          <a:bodyPr anchor="t" anchorCtr="0">
            <a:noAutofit/>
          </a:bodyPr>
          <a:lstStyle>
            <a:lvl1pPr>
              <a:defRPr sz="2600"/>
            </a:lvl1pPr>
          </a:lstStyle>
          <a:p>
            <a:r>
              <a:rPr lang="es-ES" dirty="0"/>
              <a:t>Ingrese aquí el subtítulo</a:t>
            </a:r>
            <a:endParaRPr lang="en-US" dirty="0"/>
          </a:p>
        </p:txBody>
      </p:sp>
      <p:sp>
        <p:nvSpPr>
          <p:cNvPr id="3" name="Picture Placeholder 2"/>
          <p:cNvSpPr>
            <a:spLocks noGrp="1" noChangeAspect="1"/>
          </p:cNvSpPr>
          <p:nvPr>
            <p:ph type="pic" idx="1"/>
          </p:nvPr>
        </p:nvSpPr>
        <p:spPr>
          <a:xfrm>
            <a:off x="719999" y="2340002"/>
            <a:ext cx="6840000" cy="3797998"/>
          </a:xfrm>
        </p:spPr>
        <p:txBody>
          <a:bodyPr anchor="t">
            <a:normAutofit/>
          </a:bodyPr>
          <a:lstStyle>
            <a:lvl1pPr marL="0" indent="0">
              <a:buNone/>
              <a:defRPr sz="24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r>
              <a:rPr lang="es-ES" dirty="0"/>
              <a:t>Haga clic en el icono para agregar una imagen</a:t>
            </a:r>
            <a:endParaRPr lang="en-US" dirty="0"/>
          </a:p>
        </p:txBody>
      </p:sp>
      <p:sp>
        <p:nvSpPr>
          <p:cNvPr id="4" name="Text Placeholder 3"/>
          <p:cNvSpPr>
            <a:spLocks noGrp="1"/>
          </p:cNvSpPr>
          <p:nvPr>
            <p:ph type="body" sz="half" idx="2" hasCustomPrompt="1"/>
          </p:nvPr>
        </p:nvSpPr>
        <p:spPr>
          <a:xfrm>
            <a:off x="720000" y="1530001"/>
            <a:ext cx="6840000" cy="810000"/>
          </a:xfrm>
        </p:spPr>
        <p:txBody>
          <a:bodyPr>
            <a:normAutofit/>
          </a:bodyPr>
          <a:lstStyle>
            <a:lvl1pPr marL="0" indent="0">
              <a:buNone/>
              <a:defRPr sz="20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s-ES" dirty="0"/>
              <a:t>Ingrese aquí el texto descriptivo de la imagen</a:t>
            </a:r>
          </a:p>
        </p:txBody>
      </p:sp>
      <p:sp>
        <p:nvSpPr>
          <p:cNvPr id="5" name="Date Placeholder 4"/>
          <p:cNvSpPr>
            <a:spLocks noGrp="1"/>
          </p:cNvSpPr>
          <p:nvPr>
            <p:ph type="dt" sz="half" idx="10"/>
          </p:nvPr>
        </p:nvSpPr>
        <p:spPr/>
        <p:txBody>
          <a:bodyPr/>
          <a:lstStyle/>
          <a:p>
            <a:pPr rtl="0"/>
            <a:fld id="{B48CB6FA-6884-4007-A174-A67BE7A1CA93}" type="datetime1">
              <a:rPr lang="es-ES" noProof="0" smtClean="0"/>
              <a:t>08/05/2026</a:t>
            </a:fld>
            <a:endParaRPr lang="es-ES" noProof="0" dirty="0"/>
          </a:p>
        </p:txBody>
      </p:sp>
      <p:sp>
        <p:nvSpPr>
          <p:cNvPr id="6" name="Footer Placeholder 5"/>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7" name="Slide Number Placeholder 6"/>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86229934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picTx" preserve="1">
  <p:cSld name="Imagen con título si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720000"/>
            <a:ext cx="4140000" cy="810000"/>
          </a:xfrm>
        </p:spPr>
        <p:txBody>
          <a:bodyPr anchor="t" anchorCtr="0">
            <a:noAutofit/>
          </a:bodyPr>
          <a:lstStyle>
            <a:lvl1pPr>
              <a:defRPr sz="2600"/>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5183188" y="720000"/>
            <a:ext cx="6288812" cy="5417999"/>
          </a:xfrm>
        </p:spPr>
        <p:txBody>
          <a:bodyPr anchor="t">
            <a:normAutofit/>
          </a:bodyPr>
          <a:lstStyle>
            <a:lvl1pPr marL="0" indent="0">
              <a:buNone/>
              <a:defRPr sz="24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r>
              <a:rPr lang="es-ES" dirty="0"/>
              <a:t>Haga clic en el icono para agregar una imagen</a:t>
            </a:r>
            <a:endParaRPr lang="en-US" dirty="0"/>
          </a:p>
        </p:txBody>
      </p:sp>
      <p:sp>
        <p:nvSpPr>
          <p:cNvPr id="4" name="Text Placeholder 3"/>
          <p:cNvSpPr>
            <a:spLocks noGrp="1"/>
          </p:cNvSpPr>
          <p:nvPr>
            <p:ph type="body" sz="half" idx="2"/>
          </p:nvPr>
        </p:nvSpPr>
        <p:spPr>
          <a:xfrm>
            <a:off x="720000" y="1729408"/>
            <a:ext cx="4140000" cy="4408591"/>
          </a:xfrm>
        </p:spPr>
        <p:txBody>
          <a:bodyPr>
            <a:normAutofit/>
          </a:bodyPr>
          <a:lstStyle>
            <a:lvl1pPr marL="0" indent="0">
              <a:buNone/>
              <a:defRPr sz="20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s-ES" dirty="0"/>
              <a:t>Haga clic para modificar los estilos de texto del patrón</a:t>
            </a:r>
          </a:p>
        </p:txBody>
      </p:sp>
      <p:sp>
        <p:nvSpPr>
          <p:cNvPr id="5" name="Date Placeholder 4"/>
          <p:cNvSpPr>
            <a:spLocks noGrp="1"/>
          </p:cNvSpPr>
          <p:nvPr>
            <p:ph type="dt" sz="half" idx="10"/>
          </p:nvPr>
        </p:nvSpPr>
        <p:spPr/>
        <p:txBody>
          <a:bodyPr/>
          <a:lstStyle/>
          <a:p>
            <a:pPr rtl="0"/>
            <a:fld id="{DCA87387-1199-4F13-92EC-EA845724990E}" type="datetime1">
              <a:rPr lang="es-ES" noProof="0" smtClean="0"/>
              <a:t>08/05/2026</a:t>
            </a:fld>
            <a:endParaRPr lang="es-ES" noProof="0" dirty="0"/>
          </a:p>
        </p:txBody>
      </p:sp>
      <p:sp>
        <p:nvSpPr>
          <p:cNvPr id="6" name="Footer Placeholder 5"/>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7" name="Slide Number Placeholder 6"/>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392218542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pPr rtl="0"/>
            <a:fld id="{0277B9E3-6C0A-45A5-BAE5-CD19B242173D}" type="datetime1">
              <a:rPr lang="es-ES" noProof="0" smtClean="0"/>
              <a:t>08/05/2026</a:t>
            </a:fld>
            <a:endParaRPr lang="es-ES" noProof="0" dirty="0"/>
          </a:p>
        </p:txBody>
      </p:sp>
      <p:sp>
        <p:nvSpPr>
          <p:cNvPr id="5" name="Footer Placeholder 4"/>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6" name="Slide Number Placeholder 5"/>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187572471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6"/>
            <a:ext cx="2628900" cy="5811839"/>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838201" y="365126"/>
            <a:ext cx="7734300" cy="5811839"/>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pPr rtl="0"/>
            <a:fld id="{AB41DD2C-FA4F-413E-A1B5-23565A0780B7}" type="datetime1">
              <a:rPr lang="es-ES" noProof="0" smtClean="0"/>
              <a:t>08/05/2026</a:t>
            </a:fld>
            <a:endParaRPr lang="es-ES" noProof="0" dirty="0"/>
          </a:p>
        </p:txBody>
      </p:sp>
      <p:sp>
        <p:nvSpPr>
          <p:cNvPr id="5" name="Footer Placeholder 4"/>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6" name="Slide Number Placeholder 5"/>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18589317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0F0F0"/>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20000" y="720000"/>
            <a:ext cx="6840000" cy="2160000"/>
          </a:xfrm>
          <a:prstGeom prst="rect">
            <a:avLst/>
          </a:prstGeom>
        </p:spPr>
        <p:txBody>
          <a:bodyPr vert="horz" lIns="91440" tIns="45720" rIns="91440" bIns="45720" rtlCol="0" anchor="t" anchorCtr="0">
            <a:normAutofit/>
          </a:bodyPr>
          <a:lstStyle/>
          <a:p>
            <a:r>
              <a:rPr lang="es-ES" dirty="0"/>
              <a:t>Haga clic para modificar el estilo de título del patrón</a:t>
            </a:r>
            <a:endParaRPr lang="en-US" dirty="0"/>
          </a:p>
        </p:txBody>
      </p:sp>
      <p:sp>
        <p:nvSpPr>
          <p:cNvPr id="3" name="Text Placeholder 2"/>
          <p:cNvSpPr>
            <a:spLocks noGrp="1"/>
          </p:cNvSpPr>
          <p:nvPr>
            <p:ph type="body" idx="1"/>
          </p:nvPr>
        </p:nvSpPr>
        <p:spPr>
          <a:xfrm>
            <a:off x="720000" y="2880000"/>
            <a:ext cx="6840000" cy="2160000"/>
          </a:xfrm>
          <a:prstGeom prst="rect">
            <a:avLst/>
          </a:prstGeom>
        </p:spPr>
        <p:txBody>
          <a:bodyPr vert="horz" lIns="91440" tIns="45720" rIns="91440" bIns="45720" rtlCol="0">
            <a:normAutofit/>
          </a:body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4" name="Date Placeholder 3"/>
          <p:cNvSpPr>
            <a:spLocks noGrp="1"/>
          </p:cNvSpPr>
          <p:nvPr>
            <p:ph type="dt" sz="half" idx="2"/>
          </p:nvPr>
        </p:nvSpPr>
        <p:spPr>
          <a:xfrm>
            <a:off x="720000" y="6356351"/>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rtl="0"/>
            <a:fld id="{72696FBB-EB5C-4293-9014-59E70AE1A5E6}" type="datetime1">
              <a:rPr lang="es-ES" noProof="0" smtClean="0"/>
              <a:t>08/05/2026</a:t>
            </a:fld>
            <a:endParaRPr lang="es-ES" noProof="0" dirty="0"/>
          </a:p>
        </p:txBody>
      </p:sp>
      <p:sp>
        <p:nvSpPr>
          <p:cNvPr id="5" name="Footer Placeholder 4"/>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rtl="0"/>
            <a:r>
              <a:rPr lang="es-CO" noProof="0" dirty="0"/>
              <a:t>Escuela Colombiana de Ingeniería Julio Garavito</a:t>
            </a:r>
            <a:endParaRPr lang="es-ES" noProof="0" dirty="0"/>
          </a:p>
        </p:txBody>
      </p:sp>
      <p:sp>
        <p:nvSpPr>
          <p:cNvPr id="6" name="Slide Number Placeholder 5"/>
          <p:cNvSpPr>
            <a:spLocks noGrp="1"/>
          </p:cNvSpPr>
          <p:nvPr>
            <p:ph type="sldNum" sz="quarter" idx="4"/>
          </p:nvPr>
        </p:nvSpPr>
        <p:spPr>
          <a:xfrm>
            <a:off x="87288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2162769115"/>
      </p:ext>
    </p:extLst>
  </p:cSld>
  <p:clrMap bg1="lt1" tx1="dk1" bg2="lt2" tx2="dk2" accent1="accent1" accent2="accent2" accent3="accent3" accent4="accent4" accent5="accent5" accent6="accent6" hlink="hlink" folHlink="folHlink"/>
  <p:sldLayoutIdLst>
    <p:sldLayoutId id="2147483779" r:id="rId1"/>
    <p:sldLayoutId id="2147483780" r:id="rId2"/>
    <p:sldLayoutId id="2147483790" r:id="rId3"/>
    <p:sldLayoutId id="2147483781" r:id="rId4"/>
    <p:sldLayoutId id="2147483791" r:id="rId5"/>
    <p:sldLayoutId id="2147483782" r:id="rId6"/>
    <p:sldLayoutId id="2147483792" r:id="rId7"/>
    <p:sldLayoutId id="2147483783" r:id="rId8"/>
    <p:sldLayoutId id="2147483793" r:id="rId9"/>
    <p:sldLayoutId id="2147483784" r:id="rId10"/>
    <p:sldLayoutId id="2147483794" r:id="rId11"/>
    <p:sldLayoutId id="2147483785" r:id="rId12"/>
    <p:sldLayoutId id="2147483786" r:id="rId13"/>
    <p:sldLayoutId id="2147483787" r:id="rId14"/>
    <p:sldLayoutId id="2147483795" r:id="rId15"/>
    <p:sldLayoutId id="2147483788" r:id="rId16"/>
    <p:sldLayoutId id="2147483789" r:id="rId1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txStyles>
    <p:titleStyle>
      <a:lvl1pPr algn="l" defTabSz="914377" rtl="0" eaLnBrk="1" latinLnBrk="0" hangingPunct="1">
        <a:lnSpc>
          <a:spcPct val="90000"/>
        </a:lnSpc>
        <a:spcBef>
          <a:spcPct val="0"/>
        </a:spcBef>
        <a:buNone/>
        <a:defRPr sz="2600" kern="1200">
          <a:solidFill>
            <a:schemeClr val="tx1"/>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2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www.datos.gov.co/Ambiente-y-Desarrollo-Sostenible/Precipitaci-n/s54a-sgyg"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1.sv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Single Corner Rounded 3">
            <a:extLst>
              <a:ext uri="{FF2B5EF4-FFF2-40B4-BE49-F238E27FC236}">
                <a16:creationId xmlns:a16="http://schemas.microsoft.com/office/drawing/2014/main" id="{1CEF7EA5-1DB3-1882-1A14-2C63C7B159BC}"/>
              </a:ext>
            </a:extLst>
          </p:cNvPr>
          <p:cNvSpPr/>
          <p:nvPr/>
        </p:nvSpPr>
        <p:spPr>
          <a:xfrm>
            <a:off x="5083379" y="2228140"/>
            <a:ext cx="6815739" cy="2852027"/>
          </a:xfrm>
          <a:prstGeom prst="round1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3200" dirty="0">
                <a:solidFill>
                  <a:schemeClr val="tx1"/>
                </a:solidFill>
                <a:latin typeface="Segoe UI" panose="020B0502040204020203" pitchFamily="34" charset="0"/>
                <a:cs typeface="Segoe UI" panose="020B0502040204020203" pitchFamily="34" charset="0"/>
              </a:rPr>
              <a:t>Estudio y Análisis de la </a:t>
            </a:r>
            <a:r>
              <a:rPr lang="es-CO" sz="3200" b="1" dirty="0">
                <a:solidFill>
                  <a:schemeClr val="tx1"/>
                </a:solidFill>
                <a:latin typeface="Segoe UI" panose="020B0502040204020203" pitchFamily="34" charset="0"/>
                <a:cs typeface="Segoe UI" panose="020B0502040204020203" pitchFamily="34" charset="0"/>
              </a:rPr>
              <a:t>Precipitación Máxima en 24 Horas</a:t>
            </a:r>
            <a:r>
              <a:rPr lang="es-CO" sz="3200" dirty="0">
                <a:solidFill>
                  <a:schemeClr val="tx1"/>
                </a:solidFill>
                <a:latin typeface="Segoe UI" panose="020B0502040204020203" pitchFamily="34" charset="0"/>
                <a:cs typeface="Segoe UI" panose="020B0502040204020203" pitchFamily="34" charset="0"/>
              </a:rPr>
              <a:t> (Pmax24h) en la Red de Estaciones Climatológicas Automáticas de Colombia</a:t>
            </a:r>
            <a:endParaRPr lang="es-CO" sz="2400" b="1" i="1" dirty="0">
              <a:solidFill>
                <a:schemeClr val="tx1"/>
              </a:solidFill>
              <a:latin typeface="Segoe UI" panose="020B0502040204020203" pitchFamily="34" charset="0"/>
              <a:cs typeface="Segoe UI" panose="020B0502040204020203" pitchFamily="34" charset="0"/>
            </a:endParaRPr>
          </a:p>
        </p:txBody>
      </p:sp>
      <p:sp>
        <p:nvSpPr>
          <p:cNvPr id="11" name="Rectangle: Single Corner Rounded 10">
            <a:extLst>
              <a:ext uri="{FF2B5EF4-FFF2-40B4-BE49-F238E27FC236}">
                <a16:creationId xmlns:a16="http://schemas.microsoft.com/office/drawing/2014/main" id="{2C80FC11-41EB-E8AE-7DA7-34A107F65167}"/>
              </a:ext>
            </a:extLst>
          </p:cNvPr>
          <p:cNvSpPr/>
          <p:nvPr/>
        </p:nvSpPr>
        <p:spPr>
          <a:xfrm>
            <a:off x="10034312" y="6493987"/>
            <a:ext cx="2157688" cy="364013"/>
          </a:xfrm>
          <a:prstGeom prst="round1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s-CO" sz="1200" dirty="0">
                <a:solidFill>
                  <a:schemeClr val="tx1"/>
                </a:solidFill>
                <a:latin typeface="Segoe UI" panose="020B0502040204020203" pitchFamily="34" charset="0"/>
                <a:cs typeface="Segoe UI" panose="020B0502040204020203" pitchFamily="34" charset="0"/>
              </a:rPr>
              <a:t>Versión: 20260508</a:t>
            </a:r>
          </a:p>
        </p:txBody>
      </p:sp>
      <p:grpSp>
        <p:nvGrpSpPr>
          <p:cNvPr id="16" name="Group 15">
            <a:extLst>
              <a:ext uri="{FF2B5EF4-FFF2-40B4-BE49-F238E27FC236}">
                <a16:creationId xmlns:a16="http://schemas.microsoft.com/office/drawing/2014/main" id="{55A586B6-54A4-3BE2-87FE-712A4948DADD}"/>
              </a:ext>
            </a:extLst>
          </p:cNvPr>
          <p:cNvGrpSpPr/>
          <p:nvPr/>
        </p:nvGrpSpPr>
        <p:grpSpPr>
          <a:xfrm>
            <a:off x="158387" y="63706"/>
            <a:ext cx="11910727" cy="1080000"/>
            <a:chOff x="158387" y="63706"/>
            <a:chExt cx="11910727" cy="1080000"/>
          </a:xfrm>
        </p:grpSpPr>
        <p:pic>
          <p:nvPicPr>
            <p:cNvPr id="2" name="Graphic 1">
              <a:extLst>
                <a:ext uri="{FF2B5EF4-FFF2-40B4-BE49-F238E27FC236}">
                  <a16:creationId xmlns:a16="http://schemas.microsoft.com/office/drawing/2014/main" id="{2152FA03-B84E-2189-E895-0D22CF27F7A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58387" y="153706"/>
              <a:ext cx="1732218" cy="900000"/>
            </a:xfrm>
            <a:prstGeom prst="rect">
              <a:avLst/>
            </a:prstGeom>
          </p:spPr>
        </p:pic>
        <p:sp>
          <p:nvSpPr>
            <p:cNvPr id="8" name="Rectangle: Single Corner Rounded 7">
              <a:extLst>
                <a:ext uri="{FF2B5EF4-FFF2-40B4-BE49-F238E27FC236}">
                  <a16:creationId xmlns:a16="http://schemas.microsoft.com/office/drawing/2014/main" id="{65CDB631-B46A-D37B-369A-FF39A42D5EEB}"/>
                </a:ext>
              </a:extLst>
            </p:cNvPr>
            <p:cNvSpPr/>
            <p:nvPr/>
          </p:nvSpPr>
          <p:spPr>
            <a:xfrm>
              <a:off x="5596680" y="156186"/>
              <a:ext cx="5443942" cy="924220"/>
            </a:xfrm>
            <a:prstGeom prst="round1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s-CO" dirty="0">
                  <a:solidFill>
                    <a:schemeClr val="tx1"/>
                  </a:solidFill>
                  <a:latin typeface="Segoe UI" panose="020B0502040204020203" pitchFamily="34" charset="0"/>
                  <a:cs typeface="Segoe UI" panose="020B0502040204020203" pitchFamily="34" charset="0"/>
                </a:rPr>
                <a:t>XXVI Seminario Nacional de Hidráulica e Hidrología</a:t>
              </a:r>
            </a:p>
            <a:p>
              <a:pPr algn="r"/>
              <a:r>
                <a:rPr lang="es-CO" sz="1600" dirty="0">
                  <a:solidFill>
                    <a:schemeClr val="tx1"/>
                  </a:solidFill>
                  <a:latin typeface="Segoe UI" panose="020B0502040204020203" pitchFamily="34" charset="0"/>
                  <a:cs typeface="Segoe UI" panose="020B0502040204020203" pitchFamily="34" charset="0"/>
                </a:rPr>
                <a:t>13 al 15 de mayo de 2026</a:t>
              </a:r>
            </a:p>
          </p:txBody>
        </p:sp>
        <p:pic>
          <p:nvPicPr>
            <p:cNvPr id="13" name="Picture 12">
              <a:extLst>
                <a:ext uri="{FF2B5EF4-FFF2-40B4-BE49-F238E27FC236}">
                  <a16:creationId xmlns:a16="http://schemas.microsoft.com/office/drawing/2014/main" id="{8AD98D2E-95F8-AC92-185C-112D2E8EC91B}"/>
                </a:ext>
              </a:extLst>
            </p:cNvPr>
            <p:cNvPicPr>
              <a:picLocks noChangeAspect="1"/>
            </p:cNvPicPr>
            <p:nvPr/>
          </p:nvPicPr>
          <p:blipFill>
            <a:blip r:embed="rId4"/>
            <a:srcRect l="12766" t="7559" r="12675" b="8206"/>
            <a:stretch>
              <a:fillRect/>
            </a:stretch>
          </p:blipFill>
          <p:spPr>
            <a:xfrm>
              <a:off x="11113156" y="63706"/>
              <a:ext cx="955958" cy="1080000"/>
            </a:xfrm>
            <a:prstGeom prst="rect">
              <a:avLst/>
            </a:prstGeom>
          </p:spPr>
        </p:pic>
      </p:grpSp>
      <p:grpSp>
        <p:nvGrpSpPr>
          <p:cNvPr id="10" name="Group 9">
            <a:extLst>
              <a:ext uri="{FF2B5EF4-FFF2-40B4-BE49-F238E27FC236}">
                <a16:creationId xmlns:a16="http://schemas.microsoft.com/office/drawing/2014/main" id="{67C28A1D-451B-8CBF-3384-F5936016C2A4}"/>
              </a:ext>
            </a:extLst>
          </p:cNvPr>
          <p:cNvGrpSpPr/>
          <p:nvPr/>
        </p:nvGrpSpPr>
        <p:grpSpPr>
          <a:xfrm>
            <a:off x="311484" y="1638660"/>
            <a:ext cx="4475275" cy="4265846"/>
            <a:chOff x="-78114" y="1213073"/>
            <a:chExt cx="5523159" cy="5264692"/>
          </a:xfrm>
        </p:grpSpPr>
        <p:sp>
          <p:nvSpPr>
            <p:cNvPr id="9" name="Oval 8">
              <a:extLst>
                <a:ext uri="{FF2B5EF4-FFF2-40B4-BE49-F238E27FC236}">
                  <a16:creationId xmlns:a16="http://schemas.microsoft.com/office/drawing/2014/main" id="{CAFE6262-6DC5-60B6-DD4D-2E75F771FB9F}"/>
                </a:ext>
              </a:extLst>
            </p:cNvPr>
            <p:cNvSpPr/>
            <p:nvPr/>
          </p:nvSpPr>
          <p:spPr>
            <a:xfrm>
              <a:off x="-78114" y="1213073"/>
              <a:ext cx="5523159" cy="5264692"/>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5" name="Picture 4">
              <a:extLst>
                <a:ext uri="{FF2B5EF4-FFF2-40B4-BE49-F238E27FC236}">
                  <a16:creationId xmlns:a16="http://schemas.microsoft.com/office/drawing/2014/main" id="{ED3E1D41-7140-EC96-DB69-C691106F76A0}"/>
                </a:ext>
              </a:extLst>
            </p:cNvPr>
            <p:cNvPicPr>
              <a:picLocks noChangeAspect="1"/>
            </p:cNvPicPr>
            <p:nvPr/>
          </p:nvPicPr>
          <p:blipFill>
            <a:blip r:embed="rId5"/>
            <a:stretch>
              <a:fillRect/>
            </a:stretch>
          </p:blipFill>
          <p:spPr>
            <a:xfrm>
              <a:off x="766433" y="1957459"/>
              <a:ext cx="3775985" cy="3775985"/>
            </a:xfrm>
            <a:prstGeom prst="rect">
              <a:avLst/>
            </a:prstGeom>
          </p:spPr>
        </p:pic>
      </p:grpSp>
      <p:sp>
        <p:nvSpPr>
          <p:cNvPr id="7" name="Rectangle: Single Corner Rounded 6">
            <a:extLst>
              <a:ext uri="{FF2B5EF4-FFF2-40B4-BE49-F238E27FC236}">
                <a16:creationId xmlns:a16="http://schemas.microsoft.com/office/drawing/2014/main" id="{70D9F6E0-D0E0-4448-A8BC-2EAAB01A7BA3}"/>
              </a:ext>
            </a:extLst>
          </p:cNvPr>
          <p:cNvSpPr/>
          <p:nvPr/>
        </p:nvSpPr>
        <p:spPr>
          <a:xfrm>
            <a:off x="699179" y="5210113"/>
            <a:ext cx="3699883" cy="364013"/>
          </a:xfrm>
          <a:prstGeom prst="round1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200" i="1" dirty="0">
                <a:solidFill>
                  <a:schemeClr val="tx1"/>
                </a:solidFill>
                <a:latin typeface="Segoe UI" panose="020B0502040204020203" pitchFamily="34" charset="0"/>
                <a:cs typeface="Segoe UI" panose="020B0502040204020203" pitchFamily="34" charset="0"/>
              </a:rPr>
              <a:t>Accede al repositorio público</a:t>
            </a:r>
          </a:p>
        </p:txBody>
      </p:sp>
      <p:pic>
        <p:nvPicPr>
          <p:cNvPr id="17" name="Graphic 16">
            <a:extLst>
              <a:ext uri="{FF2B5EF4-FFF2-40B4-BE49-F238E27FC236}">
                <a16:creationId xmlns:a16="http://schemas.microsoft.com/office/drawing/2014/main" id="{A5FDD1B3-FD15-B1D0-FF17-922D050C38E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4454" y="6174460"/>
            <a:ext cx="1311312" cy="630000"/>
          </a:xfrm>
          <a:prstGeom prst="rect">
            <a:avLst/>
          </a:prstGeom>
        </p:spPr>
      </p:pic>
    </p:spTree>
    <p:extLst>
      <p:ext uri="{BB962C8B-B14F-4D97-AF65-F5344CB8AC3E}">
        <p14:creationId xmlns:p14="http://schemas.microsoft.com/office/powerpoint/2010/main" val="35625592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8A80B4-FCCA-4249-786F-2FB2E9966C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DA015F-0E9B-2D0A-30C9-16B917301AED}"/>
              </a:ext>
            </a:extLst>
          </p:cNvPr>
          <p:cNvSpPr>
            <a:spLocks noGrp="1"/>
          </p:cNvSpPr>
          <p:nvPr>
            <p:ph type="title"/>
          </p:nvPr>
        </p:nvSpPr>
        <p:spPr>
          <a:xfrm>
            <a:off x="740557" y="1574226"/>
            <a:ext cx="10710886" cy="3709548"/>
          </a:xfrm>
        </p:spPr>
        <p:txBody>
          <a:bodyPr anchor="t" anchorCtr="0">
            <a:noAutofit/>
          </a:bodyPr>
          <a:lstStyle/>
          <a:p>
            <a:pPr algn="ctr"/>
            <a:r>
              <a:rPr lang="es-CO" sz="320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La precipitación máxima en 24 horas (PMax24h), definida como el </a:t>
            </a:r>
            <a:r>
              <a:rPr lang="es-CO" sz="3200" b="1" dirty="0">
                <a:effectLst/>
                <a:latin typeface="Segoe UI" panose="020B0502040204020203" pitchFamily="34" charset="0"/>
                <a:ea typeface="Segoe UI Black" panose="020B0A02040204020203" pitchFamily="34" charset="0"/>
                <a:cs typeface="Segoe UI" panose="020B0502040204020203" pitchFamily="34" charset="0"/>
              </a:rPr>
              <a:t>mayor acumulado de lluvia en 24 </a:t>
            </a:r>
            <a:r>
              <a:rPr lang="es-CO" sz="3200" dirty="0">
                <a:effectLst/>
                <a:latin typeface="Segoe UI" panose="020B0502040204020203" pitchFamily="34" charset="0"/>
                <a:ea typeface="Segoe UI Black" panose="020B0A02040204020203" pitchFamily="34" charset="0"/>
                <a:cs typeface="Segoe UI" panose="020B0502040204020203" pitchFamily="34" charset="0"/>
              </a:rPr>
              <a:t>horas</a:t>
            </a:r>
            <a:r>
              <a:rPr lang="es-CO" sz="320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 registrado en una estación para cada año de observación, es un </a:t>
            </a:r>
            <a:r>
              <a:rPr lang="es-CO" sz="3200" b="1"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insumo clave para la modelación de eventos extremos y dimensionamiento de infraestructura hidráulica</a:t>
            </a:r>
            <a:r>
              <a:rPr lang="es-CO" sz="320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 expuesta a lluvias intensas (como puentes, canales, desvíos de ríos, presas y aliviaderos), con el fin de prevenir sobrecostos </a:t>
            </a:r>
            <a:r>
              <a:rPr lang="es-CO" sz="3200" dirty="0">
                <a:solidFill>
                  <a:schemeClr val="bg1">
                    <a:lumMod val="25000"/>
                  </a:schemeClr>
                </a:solidFill>
                <a:latin typeface="Segoe UI" panose="020B0502040204020203" pitchFamily="34" charset="0"/>
                <a:ea typeface="Segoe UI Black" panose="020B0A02040204020203" pitchFamily="34" charset="0"/>
                <a:cs typeface="Segoe UI" panose="020B0502040204020203" pitchFamily="34" charset="0"/>
              </a:rPr>
              <a:t>o </a:t>
            </a:r>
            <a:r>
              <a:rPr lang="es-CO" sz="320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fallas catastróficas.</a:t>
            </a:r>
            <a:endParaRPr lang="es-CO" sz="3200" dirty="0">
              <a:solidFill>
                <a:schemeClr val="bg1">
                  <a:lumMod val="25000"/>
                </a:schemeClr>
              </a:solidFill>
            </a:endParaRPr>
          </a:p>
        </p:txBody>
      </p:sp>
      <p:sp>
        <p:nvSpPr>
          <p:cNvPr id="4" name="TextBox 3">
            <a:extLst>
              <a:ext uri="{FF2B5EF4-FFF2-40B4-BE49-F238E27FC236}">
                <a16:creationId xmlns:a16="http://schemas.microsoft.com/office/drawing/2014/main" id="{D33305EA-029B-69FD-79B6-F1943723AD0F}"/>
              </a:ext>
            </a:extLst>
          </p:cNvPr>
          <p:cNvSpPr txBox="1"/>
          <p:nvPr/>
        </p:nvSpPr>
        <p:spPr>
          <a:xfrm>
            <a:off x="0" y="6581001"/>
            <a:ext cx="12192000" cy="276999"/>
          </a:xfrm>
          <a:prstGeom prst="rect">
            <a:avLst/>
          </a:prstGeom>
          <a:noFill/>
        </p:spPr>
        <p:txBody>
          <a:bodyPr wrap="square">
            <a:spAutoFit/>
          </a:bodyPr>
          <a:lstStyle/>
          <a:p>
            <a:r>
              <a:rPr lang="es-CO" sz="1200" dirty="0">
                <a:solidFill>
                  <a:schemeClr val="bg1">
                    <a:lumMod val="50000"/>
                  </a:schemeClr>
                </a:solidFill>
                <a:latin typeface="+mj-lt"/>
                <a:cs typeface="Segoe UI" panose="020B0502040204020203" pitchFamily="34" charset="0"/>
              </a:rPr>
              <a:t>Estudio y Análisis de la Precipitación Máxima en 24 Horas (Pmax24h) en la Red de Estaciones Climatológicas Automáticas de Colombia</a:t>
            </a:r>
          </a:p>
        </p:txBody>
      </p:sp>
    </p:spTree>
    <p:extLst>
      <p:ext uri="{BB962C8B-B14F-4D97-AF65-F5344CB8AC3E}">
        <p14:creationId xmlns:p14="http://schemas.microsoft.com/office/powerpoint/2010/main" val="11784646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0F0F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9F1F77-4EC6-8A06-C80C-CDC4C4F6F78A}"/>
              </a:ext>
            </a:extLst>
          </p:cNvPr>
          <p:cNvSpPr>
            <a:spLocks noGrp="1"/>
          </p:cNvSpPr>
          <p:nvPr>
            <p:ph type="title"/>
          </p:nvPr>
        </p:nvSpPr>
        <p:spPr>
          <a:xfrm>
            <a:off x="221325" y="595994"/>
            <a:ext cx="6266779" cy="5708810"/>
          </a:xfrm>
        </p:spPr>
        <p:txBody>
          <a:bodyPr anchor="t" anchorCtr="0">
            <a:noAutofit/>
          </a:bodyPr>
          <a:lstStyle/>
          <a:p>
            <a:r>
              <a:rPr lang="es-CO" sz="320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En este estudio se evalúa el ajuste de registros de PMax24h</a:t>
            </a:r>
            <a:r>
              <a:rPr lang="es-CO" sz="3200" dirty="0">
                <a:solidFill>
                  <a:schemeClr val="bg1">
                    <a:lumMod val="25000"/>
                  </a:schemeClr>
                </a:solidFill>
                <a:latin typeface="Segoe UI" panose="020B0502040204020203" pitchFamily="34" charset="0"/>
                <a:ea typeface="Segoe UI Black" panose="020B0A02040204020203" pitchFamily="34" charset="0"/>
                <a:cs typeface="Segoe UI" panose="020B0502040204020203" pitchFamily="34" charset="0"/>
              </a:rPr>
              <a:t>*</a:t>
            </a:r>
            <a:r>
              <a:rPr lang="es-CO" sz="320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 de la red de estaciones automáticas de Colombia a funciones empíricas de distribución (EDF) y a funciones de distribución de probabilidad paramétricas (PDF). </a:t>
            </a:r>
            <a:br>
              <a:rPr lang="es-CO" sz="320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br>
            <a:br>
              <a:rPr lang="es-CO" sz="320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br>
            <a:r>
              <a:rPr lang="es-CO" sz="320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Se utilizó la prueba de </a:t>
            </a:r>
            <a:r>
              <a:rPr lang="es-CO" sz="3200" dirty="0" err="1">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Kolmogorov</a:t>
            </a:r>
            <a:r>
              <a:rPr lang="es-CO" sz="320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–Smirnov (K-S) como criterio de evaluación.</a:t>
            </a:r>
            <a:br>
              <a:rPr lang="es-CO" sz="320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br>
            <a:br>
              <a:rPr lang="es-CO" sz="320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br>
            <a:r>
              <a:rPr lang="es-CO" sz="140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*A partir de valores de lluvia registrados cada 10 minutos, disponibles en </a:t>
            </a:r>
            <a:r>
              <a:rPr lang="es-CO" sz="140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hlinkClick r:id="rId3"/>
              </a:rPr>
              <a:t>www.datos.gov.co</a:t>
            </a:r>
            <a:r>
              <a:rPr lang="es-CO" sz="140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a:t>
            </a:r>
            <a:endParaRPr lang="es-CO" sz="1400" dirty="0">
              <a:solidFill>
                <a:schemeClr val="bg1">
                  <a:lumMod val="25000"/>
                </a:schemeClr>
              </a:solidFill>
            </a:endParaRPr>
          </a:p>
        </p:txBody>
      </p:sp>
      <p:pic>
        <p:nvPicPr>
          <p:cNvPr id="9" name="Picture 8">
            <a:extLst>
              <a:ext uri="{FF2B5EF4-FFF2-40B4-BE49-F238E27FC236}">
                <a16:creationId xmlns:a16="http://schemas.microsoft.com/office/drawing/2014/main" id="{E869C733-6A5D-3980-4AB6-0ED9A71A36FB}"/>
              </a:ext>
            </a:extLst>
          </p:cNvPr>
          <p:cNvPicPr>
            <a:picLocks noChangeAspect="1"/>
          </p:cNvPicPr>
          <p:nvPr/>
        </p:nvPicPr>
        <p:blipFill>
          <a:blip r:embed="rId4"/>
          <a:stretch>
            <a:fillRect/>
          </a:stretch>
        </p:blipFill>
        <p:spPr>
          <a:xfrm>
            <a:off x="6853388" y="0"/>
            <a:ext cx="5338612" cy="6858000"/>
          </a:xfrm>
          <a:prstGeom prst="rect">
            <a:avLst/>
          </a:prstGeom>
        </p:spPr>
      </p:pic>
      <p:pic>
        <p:nvPicPr>
          <p:cNvPr id="13" name="Picture 12">
            <a:extLst>
              <a:ext uri="{FF2B5EF4-FFF2-40B4-BE49-F238E27FC236}">
                <a16:creationId xmlns:a16="http://schemas.microsoft.com/office/drawing/2014/main" id="{A8090D4A-881E-5B25-E42C-2341C85D720B}"/>
              </a:ext>
            </a:extLst>
          </p:cNvPr>
          <p:cNvPicPr>
            <a:picLocks noChangeAspect="1"/>
          </p:cNvPicPr>
          <p:nvPr/>
        </p:nvPicPr>
        <p:blipFill>
          <a:blip r:embed="rId5"/>
          <a:stretch>
            <a:fillRect/>
          </a:stretch>
        </p:blipFill>
        <p:spPr>
          <a:xfrm>
            <a:off x="8059246" y="5352805"/>
            <a:ext cx="675802" cy="675802"/>
          </a:xfrm>
          <a:prstGeom prst="rect">
            <a:avLst/>
          </a:prstGeom>
        </p:spPr>
      </p:pic>
      <p:sp>
        <p:nvSpPr>
          <p:cNvPr id="15" name="TextBox 14">
            <a:extLst>
              <a:ext uri="{FF2B5EF4-FFF2-40B4-BE49-F238E27FC236}">
                <a16:creationId xmlns:a16="http://schemas.microsoft.com/office/drawing/2014/main" id="{9824449C-6DB2-50B0-59B6-EB8B674DFBF3}"/>
              </a:ext>
            </a:extLst>
          </p:cNvPr>
          <p:cNvSpPr txBox="1"/>
          <p:nvPr/>
        </p:nvSpPr>
        <p:spPr>
          <a:xfrm>
            <a:off x="0" y="6581001"/>
            <a:ext cx="12192000" cy="276999"/>
          </a:xfrm>
          <a:prstGeom prst="rect">
            <a:avLst/>
          </a:prstGeom>
          <a:noFill/>
        </p:spPr>
        <p:txBody>
          <a:bodyPr wrap="square">
            <a:spAutoFit/>
          </a:bodyPr>
          <a:lstStyle/>
          <a:p>
            <a:r>
              <a:rPr lang="es-CO" sz="1200" dirty="0">
                <a:solidFill>
                  <a:schemeClr val="bg1">
                    <a:lumMod val="50000"/>
                  </a:schemeClr>
                </a:solidFill>
                <a:latin typeface="+mj-lt"/>
                <a:cs typeface="Segoe UI" panose="020B0502040204020203" pitchFamily="34" charset="0"/>
              </a:rPr>
              <a:t>Estudio y Análisis de la Precipitación Máxima en 24 Horas (Pmax24h) en la Red de Estaciones Climatológicas Automáticas de Colombia</a:t>
            </a:r>
          </a:p>
        </p:txBody>
      </p:sp>
    </p:spTree>
    <p:extLst>
      <p:ext uri="{BB962C8B-B14F-4D97-AF65-F5344CB8AC3E}">
        <p14:creationId xmlns:p14="http://schemas.microsoft.com/office/powerpoint/2010/main" val="5264813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1622B-330C-B866-03D9-3E4FE89A3E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D356A5-87C1-FA0F-1D45-7716DA1487C9}"/>
              </a:ext>
            </a:extLst>
          </p:cNvPr>
          <p:cNvSpPr>
            <a:spLocks noGrp="1"/>
          </p:cNvSpPr>
          <p:nvPr>
            <p:ph type="title"/>
          </p:nvPr>
        </p:nvSpPr>
        <p:spPr>
          <a:xfrm>
            <a:off x="0" y="1114729"/>
            <a:ext cx="12192000" cy="553248"/>
          </a:xfrm>
        </p:spPr>
        <p:txBody>
          <a:bodyPr anchor="t" anchorCtr="0">
            <a:noAutofit/>
          </a:bodyPr>
          <a:lstStyle/>
          <a:p>
            <a:pPr algn="ctr"/>
            <a:r>
              <a:rPr lang="es-CO" sz="320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Metodología de análisis</a:t>
            </a:r>
            <a:endParaRPr lang="es-CO" sz="3200" dirty="0">
              <a:solidFill>
                <a:schemeClr val="bg1">
                  <a:lumMod val="25000"/>
                </a:schemeClr>
              </a:solidFill>
            </a:endParaRPr>
          </a:p>
        </p:txBody>
      </p:sp>
      <p:sp>
        <p:nvSpPr>
          <p:cNvPr id="4" name="TextBox 3">
            <a:extLst>
              <a:ext uri="{FF2B5EF4-FFF2-40B4-BE49-F238E27FC236}">
                <a16:creationId xmlns:a16="http://schemas.microsoft.com/office/drawing/2014/main" id="{F5BC034F-9898-5730-7C6D-C0AE4DC88A34}"/>
              </a:ext>
            </a:extLst>
          </p:cNvPr>
          <p:cNvSpPr txBox="1"/>
          <p:nvPr/>
        </p:nvSpPr>
        <p:spPr>
          <a:xfrm>
            <a:off x="0" y="6581001"/>
            <a:ext cx="12192000" cy="276999"/>
          </a:xfrm>
          <a:prstGeom prst="rect">
            <a:avLst/>
          </a:prstGeom>
          <a:noFill/>
        </p:spPr>
        <p:txBody>
          <a:bodyPr wrap="square">
            <a:spAutoFit/>
          </a:bodyPr>
          <a:lstStyle/>
          <a:p>
            <a:r>
              <a:rPr lang="es-CO" sz="1200" dirty="0">
                <a:solidFill>
                  <a:schemeClr val="bg1">
                    <a:lumMod val="50000"/>
                  </a:schemeClr>
                </a:solidFill>
                <a:latin typeface="+mj-lt"/>
                <a:cs typeface="Segoe UI" panose="020B0502040204020203" pitchFamily="34" charset="0"/>
              </a:rPr>
              <a:t>Estudio y Análisis de la Precipitación Máxima en 24 Horas (Pmax24h) en la Red de Estaciones Climatológicas Automáticas de Colombia</a:t>
            </a:r>
          </a:p>
        </p:txBody>
      </p:sp>
      <p:pic>
        <p:nvPicPr>
          <p:cNvPr id="5" name="Graphic 4">
            <a:extLst>
              <a:ext uri="{FF2B5EF4-FFF2-40B4-BE49-F238E27FC236}">
                <a16:creationId xmlns:a16="http://schemas.microsoft.com/office/drawing/2014/main" id="{EA6125A4-B367-37B4-FC94-E0B103F14DB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7848" y="1948911"/>
            <a:ext cx="11396304" cy="2960177"/>
          </a:xfrm>
          <a:prstGeom prst="rect">
            <a:avLst/>
          </a:prstGeom>
        </p:spPr>
      </p:pic>
    </p:spTree>
    <p:extLst>
      <p:ext uri="{BB962C8B-B14F-4D97-AF65-F5344CB8AC3E}">
        <p14:creationId xmlns:p14="http://schemas.microsoft.com/office/powerpoint/2010/main" val="17573660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8F8CF-2D6C-9F04-1F40-9C732A76EC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69871F-A6DA-EBE7-85EC-8BF806F00836}"/>
              </a:ext>
            </a:extLst>
          </p:cNvPr>
          <p:cNvSpPr>
            <a:spLocks noGrp="1"/>
          </p:cNvSpPr>
          <p:nvPr>
            <p:ph type="title"/>
          </p:nvPr>
        </p:nvSpPr>
        <p:spPr>
          <a:xfrm>
            <a:off x="382149" y="563330"/>
            <a:ext cx="6220830" cy="5525011"/>
          </a:xfrm>
        </p:spPr>
        <p:txBody>
          <a:bodyPr anchor="t" anchorCtr="0">
            <a:noAutofit/>
          </a:bodyPr>
          <a:lstStyle/>
          <a:p>
            <a:pPr algn="ctr"/>
            <a:r>
              <a:rPr lang="es-CO" sz="3200" b="1"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Funciones de distribución de probabilidad (PDF y log-PDF) </a:t>
            </a:r>
            <a:br>
              <a:rPr lang="es-CO" sz="3200" b="1"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br>
            <a:br>
              <a:rPr lang="es-CO" sz="320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br>
            <a:r>
              <a:rPr lang="es-CO" sz="320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Describen la probabilidad relativa de que una variable aleatoria continua se encuentre dentro de un rango específico (como la lluvia en cualquier momento), donde el área total bajo su curva es igual a 1 y el área sobre cualquier intervalo proporciona la probabilidad real para ese rango.</a:t>
            </a:r>
            <a:endParaRPr lang="es-CO" sz="3200" dirty="0">
              <a:solidFill>
                <a:schemeClr val="bg1">
                  <a:lumMod val="25000"/>
                </a:schemeClr>
              </a:solidFill>
            </a:endParaRPr>
          </a:p>
        </p:txBody>
      </p:sp>
      <p:sp>
        <p:nvSpPr>
          <p:cNvPr id="4" name="TextBox 3">
            <a:extLst>
              <a:ext uri="{FF2B5EF4-FFF2-40B4-BE49-F238E27FC236}">
                <a16:creationId xmlns:a16="http://schemas.microsoft.com/office/drawing/2014/main" id="{B23F4278-F010-FBB1-ED71-E4DC8EDA2FBC}"/>
              </a:ext>
            </a:extLst>
          </p:cNvPr>
          <p:cNvSpPr txBox="1"/>
          <p:nvPr/>
        </p:nvSpPr>
        <p:spPr>
          <a:xfrm>
            <a:off x="0" y="6581001"/>
            <a:ext cx="12192000" cy="276999"/>
          </a:xfrm>
          <a:prstGeom prst="rect">
            <a:avLst/>
          </a:prstGeom>
          <a:noFill/>
        </p:spPr>
        <p:txBody>
          <a:bodyPr wrap="square">
            <a:spAutoFit/>
          </a:bodyPr>
          <a:lstStyle/>
          <a:p>
            <a:r>
              <a:rPr lang="es-CO" sz="1200" dirty="0">
                <a:solidFill>
                  <a:schemeClr val="bg1">
                    <a:lumMod val="50000"/>
                  </a:schemeClr>
                </a:solidFill>
                <a:latin typeface="+mj-lt"/>
                <a:cs typeface="Segoe UI" panose="020B0502040204020203" pitchFamily="34" charset="0"/>
              </a:rPr>
              <a:t>Estudio y Análisis de la Precipitación Máxima en 24 Horas (Pmax24h) en la Red de Estaciones Climatológicas Automáticas de Colombia</a:t>
            </a:r>
          </a:p>
        </p:txBody>
      </p:sp>
      <mc:AlternateContent xmlns:mc="http://schemas.openxmlformats.org/markup-compatibility/2006">
        <mc:Choice xmlns:a14="http://schemas.microsoft.com/office/drawing/2010/main" Requires="a14">
          <p:sp>
            <p:nvSpPr>
              <p:cNvPr id="3" name="Title 1">
                <a:extLst>
                  <a:ext uri="{FF2B5EF4-FFF2-40B4-BE49-F238E27FC236}">
                    <a16:creationId xmlns:a16="http://schemas.microsoft.com/office/drawing/2014/main" id="{C44B9899-7829-EC78-DE94-87CA67F4F9C5}"/>
                  </a:ext>
                </a:extLst>
              </p:cNvPr>
              <p:cNvSpPr txBox="1">
                <a:spLocks/>
              </p:cNvSpPr>
              <p:nvPr/>
            </p:nvSpPr>
            <p:spPr>
              <a:xfrm>
                <a:off x="7249392" y="719480"/>
                <a:ext cx="4655368" cy="978336"/>
              </a:xfrm>
              <a:prstGeom prst="rect">
                <a:avLst/>
              </a:prstGeom>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pPr algn="ctr"/>
                <a:r>
                  <a:rPr lang="es-CO" sz="2400" noProof="0" dirty="0">
                    <a:solidFill>
                      <a:schemeClr val="bg1">
                        <a:lumMod val="25000"/>
                      </a:schemeClr>
                    </a:solidFill>
                    <a:latin typeface="Cambria Math" panose="02040503050406030204" pitchFamily="18" charset="0"/>
                  </a:rPr>
                  <a:t>Gumbel con sesgo derecho</a:t>
                </a:r>
              </a:p>
              <a:p>
                <a:pPr algn="ctr"/>
                <a14:m>
                  <m:oMathPara xmlns:m="http://schemas.openxmlformats.org/officeDocument/2006/math">
                    <m:oMath>
                      <m:r>
                        <a:rPr lang="es-CO" sz="3200" i="1" noProof="0" smtClean="0">
                          <a:solidFill>
                            <a:schemeClr val="bg1">
                              <a:lumMod val="25000"/>
                            </a:schemeClr>
                          </a:solidFill>
                          <a:latin typeface="Cambria Math" panose="02040503050406030204" pitchFamily="18" charset="0"/>
                        </a:rPr>
                        <m:t>𝑓</m:t>
                      </m:r>
                      <m:r>
                        <a:rPr lang="es-CO" sz="3200" b="0" i="0" noProof="0" smtClean="0">
                          <a:solidFill>
                            <a:schemeClr val="bg1">
                              <a:lumMod val="25000"/>
                            </a:schemeClr>
                          </a:solidFill>
                          <a:latin typeface="Cambria Math" panose="02040503050406030204" pitchFamily="18" charset="0"/>
                        </a:rPr>
                        <m:t>(</m:t>
                      </m:r>
                      <m:r>
                        <a:rPr lang="es-CO" sz="3200" b="0" i="1" noProof="0" smtClean="0">
                          <a:solidFill>
                            <a:schemeClr val="bg1">
                              <a:lumMod val="25000"/>
                            </a:schemeClr>
                          </a:solidFill>
                          <a:latin typeface="Cambria Math" panose="02040503050406030204" pitchFamily="18" charset="0"/>
                        </a:rPr>
                        <m:t>𝑥</m:t>
                      </m:r>
                      <m:r>
                        <a:rPr lang="es-CO" sz="3200" b="0" i="0" noProof="0" smtClean="0">
                          <a:solidFill>
                            <a:schemeClr val="bg1">
                              <a:lumMod val="25000"/>
                            </a:schemeClr>
                          </a:solidFill>
                          <a:latin typeface="Cambria Math" panose="02040503050406030204" pitchFamily="18" charset="0"/>
                        </a:rPr>
                        <m:t>)</m:t>
                      </m:r>
                      <m:r>
                        <a:rPr lang="es-CO" sz="3200" i="1" noProof="0" smtClean="0">
                          <a:solidFill>
                            <a:schemeClr val="bg1">
                              <a:lumMod val="25000"/>
                            </a:schemeClr>
                          </a:solidFill>
                          <a:latin typeface="Cambria Math" panose="02040503050406030204" pitchFamily="18" charset="0"/>
                        </a:rPr>
                        <m:t>=</m:t>
                      </m:r>
                      <m:r>
                        <m:rPr>
                          <m:sty m:val="p"/>
                        </m:rPr>
                        <a:rPr lang="es-CO" sz="3200" b="0" i="0" noProof="0" smtClean="0">
                          <a:solidFill>
                            <a:schemeClr val="bg1">
                              <a:lumMod val="25000"/>
                            </a:schemeClr>
                          </a:solidFill>
                          <a:latin typeface="Cambria Math" panose="02040503050406030204" pitchFamily="18" charset="0"/>
                        </a:rPr>
                        <m:t>exp</m:t>
                      </m:r>
                      <m:r>
                        <a:rPr lang="es-CO" sz="3200" b="0" i="1" noProof="0" smtClean="0">
                          <a:solidFill>
                            <a:schemeClr val="bg1">
                              <a:lumMod val="25000"/>
                            </a:schemeClr>
                          </a:solidFill>
                          <a:latin typeface="Cambria Math" panose="02040503050406030204" pitchFamily="18" charset="0"/>
                        </a:rPr>
                        <m:t>⁡(−</m:t>
                      </m:r>
                      <m:d>
                        <m:dPr>
                          <m:ctrlPr>
                            <a:rPr lang="es-CO" sz="3200" b="0" i="1" noProof="0" smtClean="0">
                              <a:solidFill>
                                <a:schemeClr val="bg1">
                                  <a:lumMod val="25000"/>
                                </a:schemeClr>
                              </a:solidFill>
                              <a:latin typeface="Cambria Math" panose="02040503050406030204" pitchFamily="18" charset="0"/>
                            </a:rPr>
                          </m:ctrlPr>
                        </m:dPr>
                        <m:e>
                          <m:r>
                            <a:rPr lang="es-CO" sz="3200" b="0" i="1" noProof="0" smtClean="0">
                              <a:solidFill>
                                <a:schemeClr val="bg1">
                                  <a:lumMod val="25000"/>
                                </a:schemeClr>
                              </a:solidFill>
                              <a:latin typeface="Cambria Math" panose="02040503050406030204" pitchFamily="18" charset="0"/>
                            </a:rPr>
                            <m:t>𝑥</m:t>
                          </m:r>
                          <m:r>
                            <a:rPr lang="es-CO" sz="3200" b="0" i="1" noProof="0" smtClean="0">
                              <a:solidFill>
                                <a:schemeClr val="bg1">
                                  <a:lumMod val="25000"/>
                                </a:schemeClr>
                              </a:solidFill>
                              <a:latin typeface="Cambria Math" panose="02040503050406030204" pitchFamily="18" charset="0"/>
                            </a:rPr>
                            <m:t>+</m:t>
                          </m:r>
                          <m:sSup>
                            <m:sSupPr>
                              <m:ctrlPr>
                                <a:rPr lang="es-CO" sz="3200" b="0" i="1" noProof="0" smtClean="0">
                                  <a:solidFill>
                                    <a:schemeClr val="bg1">
                                      <a:lumMod val="25000"/>
                                    </a:schemeClr>
                                  </a:solidFill>
                                  <a:latin typeface="Cambria Math" panose="02040503050406030204" pitchFamily="18" charset="0"/>
                                </a:rPr>
                              </m:ctrlPr>
                            </m:sSupPr>
                            <m:e>
                              <m:r>
                                <a:rPr lang="es-CO" sz="3200" b="0" i="1" noProof="0" smtClean="0">
                                  <a:solidFill>
                                    <a:schemeClr val="bg1">
                                      <a:lumMod val="25000"/>
                                    </a:schemeClr>
                                  </a:solidFill>
                                  <a:latin typeface="Cambria Math" panose="02040503050406030204" pitchFamily="18" charset="0"/>
                                </a:rPr>
                                <m:t>𝑒</m:t>
                              </m:r>
                            </m:e>
                            <m:sup>
                              <m:r>
                                <a:rPr lang="es-CO" sz="3200" b="0" i="1" noProof="0" smtClean="0">
                                  <a:solidFill>
                                    <a:schemeClr val="bg1">
                                      <a:lumMod val="25000"/>
                                    </a:schemeClr>
                                  </a:solidFill>
                                  <a:latin typeface="Cambria Math" panose="02040503050406030204" pitchFamily="18" charset="0"/>
                                </a:rPr>
                                <m:t>−</m:t>
                              </m:r>
                              <m:r>
                                <a:rPr lang="es-CO" sz="3200" b="0" i="1" noProof="0" smtClean="0">
                                  <a:solidFill>
                                    <a:schemeClr val="bg1">
                                      <a:lumMod val="25000"/>
                                    </a:schemeClr>
                                  </a:solidFill>
                                  <a:latin typeface="Cambria Math" panose="02040503050406030204" pitchFamily="18" charset="0"/>
                                </a:rPr>
                                <m:t>𝑥</m:t>
                              </m:r>
                            </m:sup>
                          </m:sSup>
                        </m:e>
                      </m:d>
                      <m:r>
                        <a:rPr lang="es-CO" sz="3200" b="0" i="1" noProof="0" smtClean="0">
                          <a:solidFill>
                            <a:schemeClr val="bg1">
                              <a:lumMod val="25000"/>
                            </a:schemeClr>
                          </a:solidFill>
                          <a:latin typeface="Cambria Math" panose="02040503050406030204" pitchFamily="18" charset="0"/>
                        </a:rPr>
                        <m:t>)</m:t>
                      </m:r>
                    </m:oMath>
                  </m:oMathPara>
                </a14:m>
                <a:endParaRPr lang="es-CO" sz="3200" noProof="0" dirty="0">
                  <a:solidFill>
                    <a:schemeClr val="bg1">
                      <a:lumMod val="25000"/>
                    </a:schemeClr>
                  </a:solidFill>
                </a:endParaRPr>
              </a:p>
            </p:txBody>
          </p:sp>
        </mc:Choice>
        <mc:Fallback>
          <p:sp>
            <p:nvSpPr>
              <p:cNvPr id="3" name="Title 1">
                <a:extLst>
                  <a:ext uri="{FF2B5EF4-FFF2-40B4-BE49-F238E27FC236}">
                    <a16:creationId xmlns:a16="http://schemas.microsoft.com/office/drawing/2014/main" id="{C44B9899-7829-EC78-DE94-87CA67F4F9C5}"/>
                  </a:ext>
                </a:extLst>
              </p:cNvPr>
              <p:cNvSpPr txBox="1">
                <a:spLocks noRot="1" noChangeAspect="1" noMove="1" noResize="1" noEditPoints="1" noAdjustHandles="1" noChangeArrowheads="1" noChangeShapeType="1" noTextEdit="1"/>
              </p:cNvSpPr>
              <p:nvPr/>
            </p:nvSpPr>
            <p:spPr>
              <a:xfrm>
                <a:off x="7249392" y="719480"/>
                <a:ext cx="4655368" cy="978336"/>
              </a:xfrm>
              <a:prstGeom prst="rect">
                <a:avLst/>
              </a:prstGeom>
              <a:blipFill>
                <a:blip r:embed="rId3"/>
                <a:stretch>
                  <a:fillRect t="-8696"/>
                </a:stretch>
              </a:blipFill>
            </p:spPr>
            <p:txBody>
              <a:bodyPr/>
              <a:lstStyle/>
              <a:p>
                <a:r>
                  <a:rPr lang="es-CO">
                    <a:noFill/>
                  </a:rPr>
                  <a:t> </a:t>
                </a:r>
              </a:p>
            </p:txBody>
          </p:sp>
        </mc:Fallback>
      </mc:AlternateContent>
      <p:pic>
        <p:nvPicPr>
          <p:cNvPr id="5" name="Picture 4" descr="../../_images/scipy-stats-gumbel_r-1.png">
            <a:extLst>
              <a:ext uri="{FF2B5EF4-FFF2-40B4-BE49-F238E27FC236}">
                <a16:creationId xmlns:a16="http://schemas.microsoft.com/office/drawing/2014/main" id="{46DB6E0E-72EE-ECE4-02BB-78DD06324B68}"/>
              </a:ext>
            </a:extLst>
          </p:cNvPr>
          <p:cNvPicPr>
            <a:picLocks noChangeAspect="1"/>
          </p:cNvPicPr>
          <p:nvPr/>
        </p:nvPicPr>
        <p:blipFill>
          <a:blip r:embed="rId4"/>
          <a:srcRect l="11517" t="11188" r="7449" b="8902"/>
          <a:stretch>
            <a:fillRect/>
          </a:stretch>
        </p:blipFill>
        <p:spPr>
          <a:xfrm>
            <a:off x="7249392" y="1697816"/>
            <a:ext cx="4655368" cy="2843292"/>
          </a:xfrm>
          <a:prstGeom prst="rect">
            <a:avLst/>
          </a:prstGeom>
        </p:spPr>
      </p:pic>
      <p:sp>
        <p:nvSpPr>
          <p:cNvPr id="7" name="Title 1">
            <a:extLst>
              <a:ext uri="{FF2B5EF4-FFF2-40B4-BE49-F238E27FC236}">
                <a16:creationId xmlns:a16="http://schemas.microsoft.com/office/drawing/2014/main" id="{8AE5B680-1ECA-4471-85D1-7D2A2733E9FD}"/>
              </a:ext>
            </a:extLst>
          </p:cNvPr>
          <p:cNvSpPr txBox="1">
            <a:spLocks/>
          </p:cNvSpPr>
          <p:nvPr/>
        </p:nvSpPr>
        <p:spPr>
          <a:xfrm>
            <a:off x="7249391" y="4541109"/>
            <a:ext cx="4655368" cy="1238228"/>
          </a:xfrm>
          <a:prstGeom prst="rect">
            <a:avLst/>
          </a:prstGeom>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pPr algn="ctr"/>
            <a:r>
              <a:rPr lang="es-CO" sz="2400" i="1" noProof="0" dirty="0">
                <a:solidFill>
                  <a:schemeClr val="bg1">
                    <a:lumMod val="25000"/>
                  </a:schemeClr>
                </a:solidFill>
                <a:latin typeface="Segoe UI" panose="020B0502040204020203" pitchFamily="34" charset="0"/>
                <a:ea typeface="Segoe UI Black" panose="020B0A02040204020203" pitchFamily="34" charset="0"/>
                <a:cs typeface="Segoe UI" panose="020B0502040204020203" pitchFamily="34" charset="0"/>
              </a:rPr>
              <a:t>En éste estudio también se evaluaron todas las PDF en su forma logarítmica o log(f(x)).</a:t>
            </a:r>
            <a:endParaRPr lang="es-CO" sz="2400" i="1" noProof="0" dirty="0">
              <a:solidFill>
                <a:schemeClr val="bg1">
                  <a:lumMod val="25000"/>
                </a:schemeClr>
              </a:solidFill>
            </a:endParaRPr>
          </a:p>
        </p:txBody>
      </p:sp>
    </p:spTree>
    <p:extLst>
      <p:ext uri="{BB962C8B-B14F-4D97-AF65-F5344CB8AC3E}">
        <p14:creationId xmlns:p14="http://schemas.microsoft.com/office/powerpoint/2010/main" val="25976749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B5D3-04E6-A175-DEA6-1426C97EDA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B41873-372E-396C-E943-399C7272FE8D}"/>
              </a:ext>
            </a:extLst>
          </p:cNvPr>
          <p:cNvSpPr>
            <a:spLocks noGrp="1"/>
          </p:cNvSpPr>
          <p:nvPr>
            <p:ph type="title"/>
          </p:nvPr>
        </p:nvSpPr>
        <p:spPr>
          <a:xfrm>
            <a:off x="191184" y="651306"/>
            <a:ext cx="9700529" cy="5555387"/>
          </a:xfrm>
        </p:spPr>
        <p:txBody>
          <a:bodyPr anchor="t" anchorCtr="0">
            <a:noAutofit/>
          </a:bodyPr>
          <a:lstStyle/>
          <a:p>
            <a:r>
              <a:rPr lang="es-CO" sz="3200" b="1" dirty="0">
                <a:solidFill>
                  <a:schemeClr val="bg1">
                    <a:lumMod val="25000"/>
                  </a:schemeClr>
                </a:solidFill>
                <a:latin typeface="Segoe UI" panose="020B0502040204020203" pitchFamily="34" charset="0"/>
                <a:cs typeface="Segoe UI" panose="020B0502040204020203" pitchFamily="34" charset="0"/>
              </a:rPr>
              <a:t>Funciones de Distribución de Probabilidad (PDF)</a:t>
            </a:r>
            <a:br>
              <a:rPr lang="es-CO" sz="3200" dirty="0">
                <a:solidFill>
                  <a:schemeClr val="bg1">
                    <a:lumMod val="25000"/>
                  </a:schemeClr>
                </a:solidFill>
                <a:latin typeface="Segoe UI" panose="020B0502040204020203" pitchFamily="34" charset="0"/>
                <a:cs typeface="Segoe UI" panose="020B0502040204020203" pitchFamily="34" charset="0"/>
              </a:rPr>
            </a:br>
            <a:br>
              <a:rPr lang="es-CO" sz="3200" dirty="0">
                <a:solidFill>
                  <a:schemeClr val="bg1">
                    <a:lumMod val="25000"/>
                  </a:schemeClr>
                </a:solidFill>
                <a:latin typeface="Segoe UI" panose="020B0502040204020203" pitchFamily="34" charset="0"/>
                <a:cs typeface="Segoe UI" panose="020B0502040204020203" pitchFamily="34" charset="0"/>
              </a:rPr>
            </a:br>
            <a:r>
              <a:rPr lang="es-CO" sz="3200" dirty="0">
                <a:solidFill>
                  <a:schemeClr val="bg1">
                    <a:lumMod val="25000"/>
                  </a:schemeClr>
                </a:solidFill>
                <a:latin typeface="Segoe UI" panose="020B0502040204020203" pitchFamily="34" charset="0"/>
                <a:cs typeface="Segoe UI" panose="020B0502040204020203" pitchFamily="34" charset="0"/>
              </a:rPr>
              <a:t>Para el desarrollo del estudio se han seleccionado 80 de las más de 100 distribuciones de probabilidad del submódulo de estadística de </a:t>
            </a:r>
            <a:r>
              <a:rPr lang="es-CO" sz="3200" b="1" dirty="0">
                <a:solidFill>
                  <a:schemeClr val="bg1">
                    <a:lumMod val="25000"/>
                  </a:schemeClr>
                </a:solidFill>
                <a:latin typeface="Segoe UI" panose="020B0502040204020203" pitchFamily="34" charset="0"/>
                <a:cs typeface="Segoe UI" panose="020B0502040204020203" pitchFamily="34" charset="0"/>
              </a:rPr>
              <a:t>Python</a:t>
            </a:r>
            <a:r>
              <a:rPr lang="es-CO" sz="3200" dirty="0">
                <a:solidFill>
                  <a:schemeClr val="bg1">
                    <a:lumMod val="25000"/>
                  </a:schemeClr>
                </a:solidFill>
                <a:latin typeface="Segoe UI" panose="020B0502040204020203" pitchFamily="34" charset="0"/>
                <a:cs typeface="Segoe UI" panose="020B0502040204020203" pitchFamily="34" charset="0"/>
              </a:rPr>
              <a:t> dentro de la biblioteca </a:t>
            </a:r>
            <a:r>
              <a:rPr lang="es-CO" sz="3200" b="1" dirty="0" err="1">
                <a:solidFill>
                  <a:schemeClr val="bg1">
                    <a:lumMod val="25000"/>
                  </a:schemeClr>
                </a:solidFill>
                <a:latin typeface="Segoe UI" panose="020B0502040204020203" pitchFamily="34" charset="0"/>
                <a:cs typeface="Segoe UI" panose="020B0502040204020203" pitchFamily="34" charset="0"/>
              </a:rPr>
              <a:t>SciPy</a:t>
            </a:r>
            <a:r>
              <a:rPr lang="es-CO" sz="3200" dirty="0">
                <a:solidFill>
                  <a:schemeClr val="bg1">
                    <a:lumMod val="25000"/>
                  </a:schemeClr>
                </a:solidFill>
                <a:latin typeface="Segoe UI" panose="020B0502040204020203" pitchFamily="34" charset="0"/>
                <a:cs typeface="Segoe UI" panose="020B0502040204020203" pitchFamily="34" charset="0"/>
              </a:rPr>
              <a:t>.</a:t>
            </a:r>
            <a:br>
              <a:rPr lang="es-CO" sz="3200" dirty="0">
                <a:solidFill>
                  <a:schemeClr val="bg1">
                    <a:lumMod val="25000"/>
                  </a:schemeClr>
                </a:solidFill>
                <a:latin typeface="Segoe UI" panose="020B0502040204020203" pitchFamily="34" charset="0"/>
                <a:cs typeface="Segoe UI" panose="020B0502040204020203" pitchFamily="34" charset="0"/>
              </a:rPr>
            </a:br>
            <a:r>
              <a:rPr lang="es-CO" sz="1800" dirty="0">
                <a:solidFill>
                  <a:schemeClr val="bg1">
                    <a:lumMod val="25000"/>
                  </a:schemeClr>
                </a:solidFill>
                <a:latin typeface="Segoe UI" panose="020B0502040204020203" pitchFamily="34" charset="0"/>
                <a:cs typeface="Segoe UI" panose="020B0502040204020203" pitchFamily="34" charset="0"/>
              </a:rPr>
              <a:t> </a:t>
            </a:r>
            <a:br>
              <a:rPr lang="es-CO" sz="3200" dirty="0">
                <a:solidFill>
                  <a:schemeClr val="bg1">
                    <a:lumMod val="25000"/>
                  </a:schemeClr>
                </a:solidFill>
                <a:latin typeface="Segoe UI" panose="020B0502040204020203" pitchFamily="34" charset="0"/>
                <a:cs typeface="Segoe UI" panose="020B0502040204020203" pitchFamily="34" charset="0"/>
              </a:rPr>
            </a:br>
            <a:r>
              <a:rPr lang="es-CO" sz="1600" dirty="0">
                <a:solidFill>
                  <a:schemeClr val="bg1">
                    <a:lumMod val="25000"/>
                  </a:schemeClr>
                </a:solidFill>
                <a:latin typeface="Segoe UI" panose="020B0502040204020203" pitchFamily="34" charset="0"/>
                <a:cs typeface="Segoe UI" panose="020B0502040204020203" pitchFamily="34" charset="0"/>
              </a:rPr>
              <a:t>Distribuciones (80 evaluadas + 80 log): </a:t>
            </a:r>
            <a:r>
              <a:rPr lang="es-CO" sz="1400" dirty="0">
                <a:solidFill>
                  <a:schemeClr val="bg1">
                    <a:lumMod val="25000"/>
                  </a:schemeClr>
                </a:solidFill>
                <a:latin typeface="Segoe UI" panose="020B0502040204020203" pitchFamily="34" charset="0"/>
                <a:cs typeface="Segoe UI" panose="020B0502040204020203" pitchFamily="34" charset="0"/>
              </a:rPr>
              <a:t>• </a:t>
            </a:r>
            <a:r>
              <a:rPr lang="es-CO" sz="1400" i="1" dirty="0">
                <a:solidFill>
                  <a:schemeClr val="bg1">
                    <a:lumMod val="25000"/>
                  </a:schemeClr>
                </a:solidFill>
                <a:latin typeface="Segoe UI" panose="020B0502040204020203" pitchFamily="34" charset="0"/>
                <a:cs typeface="Segoe UI" panose="020B0502040204020203" pitchFamily="34" charset="0"/>
              </a:rPr>
              <a:t>Alpha •</a:t>
            </a:r>
            <a:r>
              <a:rPr lang="es-CO" sz="1400" i="1" dirty="0" err="1">
                <a:solidFill>
                  <a:schemeClr val="bg1">
                    <a:lumMod val="25000"/>
                  </a:schemeClr>
                </a:solidFill>
                <a:latin typeface="Segoe UI" panose="020B0502040204020203" pitchFamily="34" charset="0"/>
                <a:cs typeface="Segoe UI" panose="020B0502040204020203" pitchFamily="34" charset="0"/>
              </a:rPr>
              <a:t>Anglit</a:t>
            </a:r>
            <a:r>
              <a:rPr lang="es-CO" sz="1400" i="1" dirty="0">
                <a:solidFill>
                  <a:schemeClr val="bg1">
                    <a:lumMod val="25000"/>
                  </a:schemeClr>
                </a:solidFill>
                <a:latin typeface="Segoe UI" panose="020B0502040204020203" pitchFamily="34" charset="0"/>
                <a:cs typeface="Segoe UI" panose="020B0502040204020203" pitchFamily="34" charset="0"/>
              </a:rPr>
              <a:t> •</a:t>
            </a:r>
            <a:r>
              <a:rPr lang="es-CO" sz="1400" i="1" dirty="0" err="1">
                <a:solidFill>
                  <a:schemeClr val="bg1">
                    <a:lumMod val="25000"/>
                  </a:schemeClr>
                </a:solidFill>
                <a:latin typeface="Segoe UI" panose="020B0502040204020203" pitchFamily="34" charset="0"/>
                <a:cs typeface="Segoe UI" panose="020B0502040204020203" pitchFamily="34" charset="0"/>
              </a:rPr>
              <a:t>Arcsine</a:t>
            </a:r>
            <a:r>
              <a:rPr lang="es-CO" sz="1400" i="1" dirty="0">
                <a:solidFill>
                  <a:schemeClr val="bg1">
                    <a:lumMod val="25000"/>
                  </a:schemeClr>
                </a:solidFill>
                <a:latin typeface="Segoe UI" panose="020B0502040204020203" pitchFamily="34" charset="0"/>
                <a:cs typeface="Segoe UI" panose="020B0502040204020203" pitchFamily="34" charset="0"/>
              </a:rPr>
              <a:t> •Argus •Beta •Beta prime •Bradford •Burr (</a:t>
            </a:r>
            <a:r>
              <a:rPr lang="es-CO" sz="1400" i="1" dirty="0" err="1">
                <a:solidFill>
                  <a:schemeClr val="bg1">
                    <a:lumMod val="25000"/>
                  </a:schemeClr>
                </a:solidFill>
                <a:latin typeface="Segoe UI" panose="020B0502040204020203" pitchFamily="34" charset="0"/>
                <a:cs typeface="Segoe UI" panose="020B0502040204020203" pitchFamily="34" charset="0"/>
              </a:rPr>
              <a:t>Type</a:t>
            </a:r>
            <a:r>
              <a:rPr lang="es-CO" sz="1400" i="1" dirty="0">
                <a:solidFill>
                  <a:schemeClr val="bg1">
                    <a:lumMod val="25000"/>
                  </a:schemeClr>
                </a:solidFill>
                <a:latin typeface="Segoe UI" panose="020B0502040204020203" pitchFamily="34" charset="0"/>
                <a:cs typeface="Segoe UI" panose="020B0502040204020203" pitchFamily="34" charset="0"/>
              </a:rPr>
              <a:t> III) •Burr (</a:t>
            </a:r>
            <a:r>
              <a:rPr lang="es-CO" sz="1400" i="1" dirty="0" err="1">
                <a:solidFill>
                  <a:schemeClr val="bg1">
                    <a:lumMod val="25000"/>
                  </a:schemeClr>
                </a:solidFill>
                <a:latin typeface="Segoe UI" panose="020B0502040204020203" pitchFamily="34" charset="0"/>
                <a:cs typeface="Segoe UI" panose="020B0502040204020203" pitchFamily="34" charset="0"/>
              </a:rPr>
              <a:t>Type</a:t>
            </a:r>
            <a:r>
              <a:rPr lang="es-CO" sz="1400" i="1" dirty="0">
                <a:solidFill>
                  <a:schemeClr val="bg1">
                    <a:lumMod val="25000"/>
                  </a:schemeClr>
                </a:solidFill>
                <a:latin typeface="Segoe UI" panose="020B0502040204020203" pitchFamily="34" charset="0"/>
                <a:cs typeface="Segoe UI" panose="020B0502040204020203" pitchFamily="34" charset="0"/>
              </a:rPr>
              <a:t> III) 12 •</a:t>
            </a:r>
            <a:r>
              <a:rPr lang="es-CO" sz="1400" i="1" dirty="0" err="1">
                <a:solidFill>
                  <a:schemeClr val="bg1">
                    <a:lumMod val="25000"/>
                  </a:schemeClr>
                </a:solidFill>
                <a:latin typeface="Segoe UI" panose="020B0502040204020203" pitchFamily="34" charset="0"/>
                <a:cs typeface="Segoe UI" panose="020B0502040204020203" pitchFamily="34" charset="0"/>
              </a:rPr>
              <a:t>Cosine</a:t>
            </a:r>
            <a:r>
              <a:rPr lang="es-CO" sz="1400" i="1" dirty="0">
                <a:solidFill>
                  <a:schemeClr val="bg1">
                    <a:lumMod val="25000"/>
                  </a:schemeClr>
                </a:solidFill>
                <a:latin typeface="Segoe UI" panose="020B0502040204020203" pitchFamily="34" charset="0"/>
                <a:cs typeface="Segoe UI" panose="020B0502040204020203" pitchFamily="34" charset="0"/>
              </a:rPr>
              <a:t> •</a:t>
            </a:r>
            <a:r>
              <a:rPr lang="es-CO" sz="1400" i="1" dirty="0" err="1">
                <a:solidFill>
                  <a:schemeClr val="bg1">
                    <a:lumMod val="25000"/>
                  </a:schemeClr>
                </a:solidFill>
                <a:latin typeface="Segoe UI" panose="020B0502040204020203" pitchFamily="34" charset="0"/>
                <a:cs typeface="Segoe UI" panose="020B0502040204020203" pitchFamily="34" charset="0"/>
              </a:rPr>
              <a:t>Crystalball</a:t>
            </a:r>
            <a:r>
              <a:rPr lang="es-CO" sz="1400" i="1" dirty="0">
                <a:solidFill>
                  <a:schemeClr val="bg1">
                    <a:lumMod val="25000"/>
                  </a:schemeClr>
                </a:solidFill>
                <a:latin typeface="Segoe UI" panose="020B0502040204020203" pitchFamily="34" charset="0"/>
                <a:cs typeface="Segoe UI" panose="020B0502040204020203" pitchFamily="34" charset="0"/>
              </a:rPr>
              <a:t> •Double gamma •Double Weibull •Erlang •</a:t>
            </a:r>
            <a:r>
              <a:rPr lang="es-CO" sz="1400" i="1" dirty="0" err="1">
                <a:solidFill>
                  <a:schemeClr val="bg1">
                    <a:lumMod val="25000"/>
                  </a:schemeClr>
                </a:solidFill>
                <a:latin typeface="Segoe UI" panose="020B0502040204020203" pitchFamily="34" charset="0"/>
                <a:cs typeface="Segoe UI" panose="020B0502040204020203" pitchFamily="34" charset="0"/>
              </a:rPr>
              <a:t>Exponentially</a:t>
            </a:r>
            <a:r>
              <a:rPr lang="es-CO" sz="1400" i="1" dirty="0">
                <a:solidFill>
                  <a:schemeClr val="bg1">
                    <a:lumMod val="25000"/>
                  </a:schemeClr>
                </a:solidFill>
                <a:latin typeface="Segoe UI" panose="020B0502040204020203" pitchFamily="34" charset="0"/>
                <a:cs typeface="Segoe UI" panose="020B0502040204020203" pitchFamily="34" charset="0"/>
              </a:rPr>
              <a:t> </a:t>
            </a:r>
            <a:r>
              <a:rPr lang="es-CO" sz="1400" i="1" dirty="0" err="1">
                <a:solidFill>
                  <a:schemeClr val="bg1">
                    <a:lumMod val="25000"/>
                  </a:schemeClr>
                </a:solidFill>
                <a:latin typeface="Segoe UI" panose="020B0502040204020203" pitchFamily="34" charset="0"/>
                <a:cs typeface="Segoe UI" panose="020B0502040204020203" pitchFamily="34" charset="0"/>
              </a:rPr>
              <a:t>modified</a:t>
            </a:r>
            <a:r>
              <a:rPr lang="es-CO" sz="1400" i="1" dirty="0">
                <a:solidFill>
                  <a:schemeClr val="bg1">
                    <a:lumMod val="25000"/>
                  </a:schemeClr>
                </a:solidFill>
                <a:latin typeface="Segoe UI" panose="020B0502040204020203" pitchFamily="34" charset="0"/>
                <a:cs typeface="Segoe UI" panose="020B0502040204020203" pitchFamily="34" charset="0"/>
              </a:rPr>
              <a:t> Normal •</a:t>
            </a:r>
            <a:r>
              <a:rPr lang="es-CO" sz="1400" i="1" dirty="0" err="1">
                <a:solidFill>
                  <a:schemeClr val="bg1">
                    <a:lumMod val="25000"/>
                  </a:schemeClr>
                </a:solidFill>
                <a:latin typeface="Segoe UI" panose="020B0502040204020203" pitchFamily="34" charset="0"/>
                <a:cs typeface="Segoe UI" panose="020B0502040204020203" pitchFamily="34" charset="0"/>
              </a:rPr>
              <a:t>Exponential</a:t>
            </a:r>
            <a:r>
              <a:rPr lang="es-CO" sz="1400" i="1" dirty="0">
                <a:solidFill>
                  <a:schemeClr val="bg1">
                    <a:lumMod val="25000"/>
                  </a:schemeClr>
                </a:solidFill>
                <a:latin typeface="Segoe UI" panose="020B0502040204020203" pitchFamily="34" charset="0"/>
                <a:cs typeface="Segoe UI" panose="020B0502040204020203" pitchFamily="34" charset="0"/>
              </a:rPr>
              <a:t> </a:t>
            </a:r>
            <a:r>
              <a:rPr lang="es-CO" sz="1400" i="1" dirty="0" err="1">
                <a:solidFill>
                  <a:schemeClr val="bg1">
                    <a:lumMod val="25000"/>
                  </a:schemeClr>
                </a:solidFill>
                <a:latin typeface="Segoe UI" panose="020B0502040204020203" pitchFamily="34" charset="0"/>
                <a:cs typeface="Segoe UI" panose="020B0502040204020203" pitchFamily="34" charset="0"/>
              </a:rPr>
              <a:t>power</a:t>
            </a:r>
            <a:r>
              <a:rPr lang="es-CO" sz="1400" i="1" dirty="0">
                <a:solidFill>
                  <a:schemeClr val="bg1">
                    <a:lumMod val="25000"/>
                  </a:schemeClr>
                </a:solidFill>
                <a:latin typeface="Segoe UI" panose="020B0502040204020203" pitchFamily="34" charset="0"/>
                <a:cs typeface="Segoe UI" panose="020B0502040204020203" pitchFamily="34" charset="0"/>
              </a:rPr>
              <a:t> •</a:t>
            </a:r>
            <a:r>
              <a:rPr lang="es-CO" sz="1400" i="1" dirty="0" err="1">
                <a:solidFill>
                  <a:schemeClr val="bg1">
                    <a:lumMod val="25000"/>
                  </a:schemeClr>
                </a:solidFill>
                <a:latin typeface="Segoe UI" panose="020B0502040204020203" pitchFamily="34" charset="0"/>
                <a:cs typeface="Segoe UI" panose="020B0502040204020203" pitchFamily="34" charset="0"/>
              </a:rPr>
              <a:t>Exponentiated</a:t>
            </a:r>
            <a:r>
              <a:rPr lang="es-CO" sz="1400" i="1" dirty="0">
                <a:solidFill>
                  <a:schemeClr val="bg1">
                    <a:lumMod val="25000"/>
                  </a:schemeClr>
                </a:solidFill>
                <a:latin typeface="Segoe UI" panose="020B0502040204020203" pitchFamily="34" charset="0"/>
                <a:cs typeface="Segoe UI" panose="020B0502040204020203" pitchFamily="34" charset="0"/>
              </a:rPr>
              <a:t> Weibull •F •Fatigue-</a:t>
            </a:r>
            <a:r>
              <a:rPr lang="es-CO" sz="1400" i="1" dirty="0" err="1">
                <a:solidFill>
                  <a:schemeClr val="bg1">
                    <a:lumMod val="25000"/>
                  </a:schemeClr>
                </a:solidFill>
                <a:latin typeface="Segoe UI" panose="020B0502040204020203" pitchFamily="34" charset="0"/>
                <a:cs typeface="Segoe UI" panose="020B0502040204020203" pitchFamily="34" charset="0"/>
              </a:rPr>
              <a:t>life</a:t>
            </a:r>
            <a:r>
              <a:rPr lang="es-CO" sz="1400" i="1" dirty="0">
                <a:solidFill>
                  <a:schemeClr val="bg1">
                    <a:lumMod val="25000"/>
                  </a:schemeClr>
                </a:solidFill>
                <a:latin typeface="Segoe UI" panose="020B0502040204020203" pitchFamily="34" charset="0"/>
                <a:cs typeface="Segoe UI" panose="020B0502040204020203" pitchFamily="34" charset="0"/>
              </a:rPr>
              <a:t> (Birnbaum-Saunders) •Fold Normal •Gamma •Gauss </a:t>
            </a:r>
            <a:r>
              <a:rPr lang="es-CO" sz="1400" i="1" dirty="0" err="1">
                <a:solidFill>
                  <a:schemeClr val="bg1">
                    <a:lumMod val="25000"/>
                  </a:schemeClr>
                </a:solidFill>
                <a:latin typeface="Segoe UI" panose="020B0502040204020203" pitchFamily="34" charset="0"/>
                <a:cs typeface="Segoe UI" panose="020B0502040204020203" pitchFamily="34" charset="0"/>
              </a:rPr>
              <a:t>hypergeometric</a:t>
            </a:r>
            <a:r>
              <a:rPr lang="es-CO" sz="1400" i="1" dirty="0">
                <a:solidFill>
                  <a:schemeClr val="bg1">
                    <a:lumMod val="25000"/>
                  </a:schemeClr>
                </a:solidFill>
                <a:latin typeface="Segoe UI" panose="020B0502040204020203" pitchFamily="34" charset="0"/>
                <a:cs typeface="Segoe UI" panose="020B0502040204020203" pitchFamily="34" charset="0"/>
              </a:rPr>
              <a:t> •</a:t>
            </a:r>
            <a:r>
              <a:rPr lang="es-CO" sz="1400" i="1" dirty="0" err="1">
                <a:solidFill>
                  <a:schemeClr val="bg1">
                    <a:lumMod val="25000"/>
                  </a:schemeClr>
                </a:solidFill>
                <a:latin typeface="Segoe UI" panose="020B0502040204020203" pitchFamily="34" charset="0"/>
                <a:cs typeface="Segoe UI" panose="020B0502040204020203" pitchFamily="34" charset="0"/>
              </a:rPr>
              <a:t>Generalized</a:t>
            </a:r>
            <a:r>
              <a:rPr lang="es-CO" sz="1400" i="1" dirty="0">
                <a:solidFill>
                  <a:schemeClr val="bg1">
                    <a:lumMod val="25000"/>
                  </a:schemeClr>
                </a:solidFill>
                <a:latin typeface="Segoe UI" panose="020B0502040204020203" pitchFamily="34" charset="0"/>
                <a:cs typeface="Segoe UI" panose="020B0502040204020203" pitchFamily="34" charset="0"/>
              </a:rPr>
              <a:t> </a:t>
            </a:r>
            <a:r>
              <a:rPr lang="es-CO" sz="1400" i="1" dirty="0" err="1">
                <a:solidFill>
                  <a:schemeClr val="bg1">
                    <a:lumMod val="25000"/>
                  </a:schemeClr>
                </a:solidFill>
                <a:latin typeface="Segoe UI" panose="020B0502040204020203" pitchFamily="34" charset="0"/>
                <a:cs typeface="Segoe UI" panose="020B0502040204020203" pitchFamily="34" charset="0"/>
              </a:rPr>
              <a:t>exponential</a:t>
            </a:r>
            <a:r>
              <a:rPr lang="es-CO" sz="1400" i="1" dirty="0">
                <a:solidFill>
                  <a:schemeClr val="bg1">
                    <a:lumMod val="25000"/>
                  </a:schemeClr>
                </a:solidFill>
                <a:latin typeface="Segoe UI" panose="020B0502040204020203" pitchFamily="34" charset="0"/>
                <a:cs typeface="Segoe UI" panose="020B0502040204020203" pitchFamily="34" charset="0"/>
              </a:rPr>
              <a:t> •</a:t>
            </a:r>
            <a:r>
              <a:rPr lang="es-CO" sz="1400" i="1" dirty="0" err="1">
                <a:solidFill>
                  <a:schemeClr val="bg1">
                    <a:lumMod val="25000"/>
                  </a:schemeClr>
                </a:solidFill>
                <a:latin typeface="Segoe UI" panose="020B0502040204020203" pitchFamily="34" charset="0"/>
                <a:cs typeface="Segoe UI" panose="020B0502040204020203" pitchFamily="34" charset="0"/>
              </a:rPr>
              <a:t>Generalized</a:t>
            </a:r>
            <a:r>
              <a:rPr lang="es-CO" sz="1400" i="1" dirty="0">
                <a:solidFill>
                  <a:schemeClr val="bg1">
                    <a:lumMod val="25000"/>
                  </a:schemeClr>
                </a:solidFill>
                <a:latin typeface="Segoe UI" panose="020B0502040204020203" pitchFamily="34" charset="0"/>
                <a:cs typeface="Segoe UI" panose="020B0502040204020203" pitchFamily="34" charset="0"/>
              </a:rPr>
              <a:t> </a:t>
            </a:r>
            <a:r>
              <a:rPr lang="es-CO" sz="1400" i="1" dirty="0" err="1">
                <a:solidFill>
                  <a:schemeClr val="bg1">
                    <a:lumMod val="25000"/>
                  </a:schemeClr>
                </a:solidFill>
                <a:latin typeface="Segoe UI" panose="020B0502040204020203" pitchFamily="34" charset="0"/>
                <a:cs typeface="Segoe UI" panose="020B0502040204020203" pitchFamily="34" charset="0"/>
              </a:rPr>
              <a:t>exponential</a:t>
            </a:r>
            <a:r>
              <a:rPr lang="es-CO" sz="1400" i="1" dirty="0">
                <a:solidFill>
                  <a:schemeClr val="bg1">
                    <a:lumMod val="25000"/>
                  </a:schemeClr>
                </a:solidFill>
                <a:latin typeface="Segoe UI" panose="020B0502040204020203" pitchFamily="34" charset="0"/>
                <a:cs typeface="Segoe UI" panose="020B0502040204020203" pitchFamily="34" charset="0"/>
              </a:rPr>
              <a:t> •</a:t>
            </a:r>
            <a:r>
              <a:rPr lang="es-CO" sz="1400" i="1" dirty="0" err="1">
                <a:solidFill>
                  <a:schemeClr val="bg1">
                    <a:lumMod val="25000"/>
                  </a:schemeClr>
                </a:solidFill>
                <a:latin typeface="Segoe UI" panose="020B0502040204020203" pitchFamily="34" charset="0"/>
                <a:cs typeface="Segoe UI" panose="020B0502040204020203" pitchFamily="34" charset="0"/>
              </a:rPr>
              <a:t>Generalized</a:t>
            </a:r>
            <a:r>
              <a:rPr lang="es-CO" sz="1400" i="1" dirty="0">
                <a:solidFill>
                  <a:schemeClr val="bg1">
                    <a:lumMod val="25000"/>
                  </a:schemeClr>
                </a:solidFill>
                <a:latin typeface="Segoe UI" panose="020B0502040204020203" pitchFamily="34" charset="0"/>
                <a:cs typeface="Segoe UI" panose="020B0502040204020203" pitchFamily="34" charset="0"/>
              </a:rPr>
              <a:t> gamma •</a:t>
            </a:r>
            <a:r>
              <a:rPr lang="es-CO" sz="1400" i="1" dirty="0" err="1">
                <a:solidFill>
                  <a:schemeClr val="bg1">
                    <a:lumMod val="25000"/>
                  </a:schemeClr>
                </a:solidFill>
                <a:latin typeface="Segoe UI" panose="020B0502040204020203" pitchFamily="34" charset="0"/>
                <a:cs typeface="Segoe UI" panose="020B0502040204020203" pitchFamily="34" charset="0"/>
              </a:rPr>
              <a:t>Generalized</a:t>
            </a:r>
            <a:r>
              <a:rPr lang="es-CO" sz="1400" i="1" dirty="0">
                <a:solidFill>
                  <a:schemeClr val="bg1">
                    <a:lumMod val="25000"/>
                  </a:schemeClr>
                </a:solidFill>
                <a:latin typeface="Segoe UI" panose="020B0502040204020203" pitchFamily="34" charset="0"/>
                <a:cs typeface="Segoe UI" panose="020B0502040204020203" pitchFamily="34" charset="0"/>
              </a:rPr>
              <a:t> </a:t>
            </a:r>
            <a:r>
              <a:rPr lang="es-CO" sz="1400" i="1" dirty="0" err="1">
                <a:solidFill>
                  <a:schemeClr val="bg1">
                    <a:lumMod val="25000"/>
                  </a:schemeClr>
                </a:solidFill>
                <a:latin typeface="Segoe UI" panose="020B0502040204020203" pitchFamily="34" charset="0"/>
                <a:cs typeface="Segoe UI" panose="020B0502040204020203" pitchFamily="34" charset="0"/>
              </a:rPr>
              <a:t>half-logistic</a:t>
            </a:r>
            <a:r>
              <a:rPr lang="es-CO" sz="1400" i="1" dirty="0">
                <a:solidFill>
                  <a:schemeClr val="bg1">
                    <a:lumMod val="25000"/>
                  </a:schemeClr>
                </a:solidFill>
                <a:latin typeface="Segoe UI" panose="020B0502040204020203" pitchFamily="34" charset="0"/>
                <a:cs typeface="Segoe UI" panose="020B0502040204020203" pitchFamily="34" charset="0"/>
              </a:rPr>
              <a:t> •</a:t>
            </a:r>
            <a:r>
              <a:rPr lang="es-CO" sz="1400" i="1" dirty="0" err="1">
                <a:solidFill>
                  <a:schemeClr val="bg1">
                    <a:lumMod val="25000"/>
                  </a:schemeClr>
                </a:solidFill>
                <a:latin typeface="Segoe UI" panose="020B0502040204020203" pitchFamily="34" charset="0"/>
                <a:cs typeface="Segoe UI" panose="020B0502040204020203" pitchFamily="34" charset="0"/>
              </a:rPr>
              <a:t>Generalized</a:t>
            </a:r>
            <a:r>
              <a:rPr lang="es-CO" sz="1400" i="1" dirty="0">
                <a:solidFill>
                  <a:schemeClr val="bg1">
                    <a:lumMod val="25000"/>
                  </a:schemeClr>
                </a:solidFill>
                <a:latin typeface="Segoe UI" panose="020B0502040204020203" pitchFamily="34" charset="0"/>
                <a:cs typeface="Segoe UI" panose="020B0502040204020203" pitchFamily="34" charset="0"/>
              </a:rPr>
              <a:t> </a:t>
            </a:r>
            <a:r>
              <a:rPr lang="es-CO" sz="1400" i="1" dirty="0" err="1">
                <a:solidFill>
                  <a:schemeClr val="bg1">
                    <a:lumMod val="25000"/>
                  </a:schemeClr>
                </a:solidFill>
                <a:latin typeface="Segoe UI" panose="020B0502040204020203" pitchFamily="34" charset="0"/>
                <a:cs typeface="Segoe UI" panose="020B0502040204020203" pitchFamily="34" charset="0"/>
              </a:rPr>
              <a:t>logistic</a:t>
            </a:r>
            <a:r>
              <a:rPr lang="es-CO" sz="1400" i="1" dirty="0">
                <a:solidFill>
                  <a:schemeClr val="bg1">
                    <a:lumMod val="25000"/>
                  </a:schemeClr>
                </a:solidFill>
                <a:latin typeface="Segoe UI" panose="020B0502040204020203" pitchFamily="34" charset="0"/>
                <a:cs typeface="Segoe UI" panose="020B0502040204020203" pitchFamily="34" charset="0"/>
              </a:rPr>
              <a:t> •</a:t>
            </a:r>
            <a:r>
              <a:rPr lang="es-CO" sz="1400" i="1" dirty="0" err="1">
                <a:solidFill>
                  <a:schemeClr val="bg1">
                    <a:lumMod val="25000"/>
                  </a:schemeClr>
                </a:solidFill>
                <a:latin typeface="Segoe UI" panose="020B0502040204020203" pitchFamily="34" charset="0"/>
                <a:cs typeface="Segoe UI" panose="020B0502040204020203" pitchFamily="34" charset="0"/>
              </a:rPr>
              <a:t>Generalized</a:t>
            </a:r>
            <a:r>
              <a:rPr lang="es-CO" sz="1400" i="1" dirty="0">
                <a:solidFill>
                  <a:schemeClr val="bg1">
                    <a:lumMod val="25000"/>
                  </a:schemeClr>
                </a:solidFill>
                <a:latin typeface="Segoe UI" panose="020B0502040204020203" pitchFamily="34" charset="0"/>
                <a:cs typeface="Segoe UI" panose="020B0502040204020203" pitchFamily="34" charset="0"/>
              </a:rPr>
              <a:t> Normal •</a:t>
            </a:r>
            <a:r>
              <a:rPr lang="es-CO" sz="1400" i="1" dirty="0" err="1">
                <a:solidFill>
                  <a:schemeClr val="bg1">
                    <a:lumMod val="25000"/>
                  </a:schemeClr>
                </a:solidFill>
                <a:latin typeface="Segoe UI" panose="020B0502040204020203" pitchFamily="34" charset="0"/>
                <a:cs typeface="Segoe UI" panose="020B0502040204020203" pitchFamily="34" charset="0"/>
              </a:rPr>
              <a:t>Generalized</a:t>
            </a:r>
            <a:r>
              <a:rPr lang="es-CO" sz="1400" i="1" dirty="0">
                <a:solidFill>
                  <a:schemeClr val="bg1">
                    <a:lumMod val="25000"/>
                  </a:schemeClr>
                </a:solidFill>
                <a:latin typeface="Segoe UI" panose="020B0502040204020203" pitchFamily="34" charset="0"/>
                <a:cs typeface="Segoe UI" panose="020B0502040204020203" pitchFamily="34" charset="0"/>
              </a:rPr>
              <a:t> Pareto •</a:t>
            </a:r>
            <a:r>
              <a:rPr lang="es-CO" sz="1400" i="1" dirty="0" err="1">
                <a:solidFill>
                  <a:schemeClr val="bg1">
                    <a:lumMod val="25000"/>
                  </a:schemeClr>
                </a:solidFill>
                <a:latin typeface="Segoe UI" panose="020B0502040204020203" pitchFamily="34" charset="0"/>
                <a:cs typeface="Segoe UI" panose="020B0502040204020203" pitchFamily="34" charset="0"/>
              </a:rPr>
              <a:t>Gompertz</a:t>
            </a:r>
            <a:r>
              <a:rPr lang="es-CO" sz="1400" i="1" dirty="0">
                <a:solidFill>
                  <a:schemeClr val="bg1">
                    <a:lumMod val="25000"/>
                  </a:schemeClr>
                </a:solidFill>
                <a:latin typeface="Segoe UI" panose="020B0502040204020203" pitchFamily="34" charset="0"/>
                <a:cs typeface="Segoe UI" panose="020B0502040204020203" pitchFamily="34" charset="0"/>
              </a:rPr>
              <a:t> (</a:t>
            </a:r>
            <a:r>
              <a:rPr lang="es-CO" sz="1400" i="1" dirty="0" err="1">
                <a:solidFill>
                  <a:schemeClr val="bg1">
                    <a:lumMod val="25000"/>
                  </a:schemeClr>
                </a:solidFill>
                <a:latin typeface="Segoe UI" panose="020B0502040204020203" pitchFamily="34" charset="0"/>
                <a:cs typeface="Segoe UI" panose="020B0502040204020203" pitchFamily="34" charset="0"/>
              </a:rPr>
              <a:t>or</a:t>
            </a:r>
            <a:r>
              <a:rPr lang="es-CO" sz="1400" i="1" dirty="0">
                <a:solidFill>
                  <a:schemeClr val="bg1">
                    <a:lumMod val="25000"/>
                  </a:schemeClr>
                </a:solidFill>
                <a:latin typeface="Segoe UI" panose="020B0502040204020203" pitchFamily="34" charset="0"/>
                <a:cs typeface="Segoe UI" panose="020B0502040204020203" pitchFamily="34" charset="0"/>
              </a:rPr>
              <a:t> </a:t>
            </a:r>
            <a:r>
              <a:rPr lang="es-CO" sz="1400" i="1" dirty="0" err="1">
                <a:solidFill>
                  <a:schemeClr val="bg1">
                    <a:lumMod val="25000"/>
                  </a:schemeClr>
                </a:solidFill>
                <a:latin typeface="Segoe UI" panose="020B0502040204020203" pitchFamily="34" charset="0"/>
                <a:cs typeface="Segoe UI" panose="020B0502040204020203" pitchFamily="34" charset="0"/>
              </a:rPr>
              <a:t>truncated</a:t>
            </a:r>
            <a:r>
              <a:rPr lang="es-CO" sz="1400" i="1" dirty="0">
                <a:solidFill>
                  <a:schemeClr val="bg1">
                    <a:lumMod val="25000"/>
                  </a:schemeClr>
                </a:solidFill>
                <a:latin typeface="Segoe UI" panose="020B0502040204020203" pitchFamily="34" charset="0"/>
                <a:cs typeface="Segoe UI" panose="020B0502040204020203" pitchFamily="34" charset="0"/>
              </a:rPr>
              <a:t> Gumbel) •Gumbel Left </a:t>
            </a:r>
            <a:r>
              <a:rPr lang="es-CO" sz="1400" i="1" dirty="0" err="1">
                <a:solidFill>
                  <a:schemeClr val="bg1">
                    <a:lumMod val="25000"/>
                  </a:schemeClr>
                </a:solidFill>
                <a:latin typeface="Segoe UI" panose="020B0502040204020203" pitchFamily="34" charset="0"/>
                <a:cs typeface="Segoe UI" panose="020B0502040204020203" pitchFamily="34" charset="0"/>
              </a:rPr>
              <a:t>Skew</a:t>
            </a:r>
            <a:r>
              <a:rPr lang="es-CO" sz="1400" i="1" dirty="0">
                <a:solidFill>
                  <a:schemeClr val="bg1">
                    <a:lumMod val="25000"/>
                  </a:schemeClr>
                </a:solidFill>
                <a:latin typeface="Segoe UI" panose="020B0502040204020203" pitchFamily="34" charset="0"/>
                <a:cs typeface="Segoe UI" panose="020B0502040204020203" pitchFamily="34" charset="0"/>
              </a:rPr>
              <a:t> •Gumbel Right </a:t>
            </a:r>
            <a:r>
              <a:rPr lang="es-CO" sz="1400" i="1" dirty="0" err="1">
                <a:solidFill>
                  <a:schemeClr val="bg1">
                    <a:lumMod val="25000"/>
                  </a:schemeClr>
                </a:solidFill>
                <a:latin typeface="Segoe UI" panose="020B0502040204020203" pitchFamily="34" charset="0"/>
                <a:cs typeface="Segoe UI" panose="020B0502040204020203" pitchFamily="34" charset="0"/>
              </a:rPr>
              <a:t>Skew</a:t>
            </a:r>
            <a:r>
              <a:rPr lang="es-CO" sz="1400" i="1" dirty="0">
                <a:solidFill>
                  <a:schemeClr val="bg1">
                    <a:lumMod val="25000"/>
                  </a:schemeClr>
                </a:solidFill>
                <a:latin typeface="Segoe UI" panose="020B0502040204020203" pitchFamily="34" charset="0"/>
                <a:cs typeface="Segoe UI" panose="020B0502040204020203" pitchFamily="34" charset="0"/>
              </a:rPr>
              <a:t> •Upper </a:t>
            </a:r>
            <a:r>
              <a:rPr lang="es-CO" sz="1400" i="1" dirty="0" err="1">
                <a:solidFill>
                  <a:schemeClr val="bg1">
                    <a:lumMod val="25000"/>
                  </a:schemeClr>
                </a:solidFill>
                <a:latin typeface="Segoe UI" panose="020B0502040204020203" pitchFamily="34" charset="0"/>
                <a:cs typeface="Segoe UI" panose="020B0502040204020203" pitchFamily="34" charset="0"/>
              </a:rPr>
              <a:t>half</a:t>
            </a:r>
            <a:r>
              <a:rPr lang="es-CO" sz="1400" i="1" dirty="0">
                <a:solidFill>
                  <a:schemeClr val="bg1">
                    <a:lumMod val="25000"/>
                  </a:schemeClr>
                </a:solidFill>
                <a:latin typeface="Segoe UI" panose="020B0502040204020203" pitchFamily="34" charset="0"/>
                <a:cs typeface="Segoe UI" panose="020B0502040204020203" pitchFamily="34" charset="0"/>
              </a:rPr>
              <a:t> </a:t>
            </a:r>
            <a:r>
              <a:rPr lang="es-CO" sz="1400" i="1" dirty="0" err="1">
                <a:solidFill>
                  <a:schemeClr val="bg1">
                    <a:lumMod val="25000"/>
                  </a:schemeClr>
                </a:solidFill>
                <a:latin typeface="Segoe UI" panose="020B0502040204020203" pitchFamily="34" charset="0"/>
                <a:cs typeface="Segoe UI" panose="020B0502040204020203" pitchFamily="34" charset="0"/>
              </a:rPr>
              <a:t>of</a:t>
            </a:r>
            <a:r>
              <a:rPr lang="es-CO" sz="1400" i="1" dirty="0">
                <a:solidFill>
                  <a:schemeClr val="bg1">
                    <a:lumMod val="25000"/>
                  </a:schemeClr>
                </a:solidFill>
                <a:latin typeface="Segoe UI" panose="020B0502040204020203" pitchFamily="34" charset="0"/>
                <a:cs typeface="Segoe UI" panose="020B0502040204020203" pitchFamily="34" charset="0"/>
              </a:rPr>
              <a:t> a </a:t>
            </a:r>
            <a:r>
              <a:rPr lang="es-CO" sz="1400" i="1" dirty="0" err="1">
                <a:solidFill>
                  <a:schemeClr val="bg1">
                    <a:lumMod val="25000"/>
                  </a:schemeClr>
                </a:solidFill>
                <a:latin typeface="Segoe UI" panose="020B0502040204020203" pitchFamily="34" charset="0"/>
                <a:cs typeface="Segoe UI" panose="020B0502040204020203" pitchFamily="34" charset="0"/>
              </a:rPr>
              <a:t>generalized</a:t>
            </a:r>
            <a:r>
              <a:rPr lang="es-CO" sz="1400" i="1" dirty="0">
                <a:solidFill>
                  <a:schemeClr val="bg1">
                    <a:lumMod val="25000"/>
                  </a:schemeClr>
                </a:solidFill>
                <a:latin typeface="Segoe UI" panose="020B0502040204020203" pitchFamily="34" charset="0"/>
                <a:cs typeface="Segoe UI" panose="020B0502040204020203" pitchFamily="34" charset="0"/>
              </a:rPr>
              <a:t> normal •Half-</a:t>
            </a:r>
            <a:r>
              <a:rPr lang="es-CO" sz="1400" i="1" dirty="0" err="1">
                <a:solidFill>
                  <a:schemeClr val="bg1">
                    <a:lumMod val="25000"/>
                  </a:schemeClr>
                </a:solidFill>
                <a:latin typeface="Segoe UI" panose="020B0502040204020203" pitchFamily="34" charset="0"/>
                <a:cs typeface="Segoe UI" panose="020B0502040204020203" pitchFamily="34" charset="0"/>
              </a:rPr>
              <a:t>logistic</a:t>
            </a:r>
            <a:r>
              <a:rPr lang="es-CO" sz="1400" i="1" dirty="0">
                <a:solidFill>
                  <a:schemeClr val="bg1">
                    <a:lumMod val="25000"/>
                  </a:schemeClr>
                </a:solidFill>
                <a:latin typeface="Segoe UI" panose="020B0502040204020203" pitchFamily="34" charset="0"/>
                <a:cs typeface="Segoe UI" panose="020B0502040204020203" pitchFamily="34" charset="0"/>
              </a:rPr>
              <a:t> •Half Normal •</a:t>
            </a:r>
            <a:r>
              <a:rPr lang="es-CO" sz="1400" i="1" dirty="0" err="1">
                <a:solidFill>
                  <a:schemeClr val="bg1">
                    <a:lumMod val="25000"/>
                  </a:schemeClr>
                </a:solidFill>
                <a:latin typeface="Segoe UI" panose="020B0502040204020203" pitchFamily="34" charset="0"/>
                <a:cs typeface="Segoe UI" panose="020B0502040204020203" pitchFamily="34" charset="0"/>
              </a:rPr>
              <a:t>hyperbolic</a:t>
            </a:r>
            <a:r>
              <a:rPr lang="es-CO" sz="1400" i="1" dirty="0">
                <a:solidFill>
                  <a:schemeClr val="bg1">
                    <a:lumMod val="25000"/>
                  </a:schemeClr>
                </a:solidFill>
                <a:latin typeface="Segoe UI" panose="020B0502040204020203" pitchFamily="34" charset="0"/>
                <a:cs typeface="Segoe UI" panose="020B0502040204020203" pitchFamily="34" charset="0"/>
              </a:rPr>
              <a:t> </a:t>
            </a:r>
            <a:r>
              <a:rPr lang="es-CO" sz="1400" i="1" dirty="0" err="1">
                <a:solidFill>
                  <a:schemeClr val="bg1">
                    <a:lumMod val="25000"/>
                  </a:schemeClr>
                </a:solidFill>
                <a:latin typeface="Segoe UI" panose="020B0502040204020203" pitchFamily="34" charset="0"/>
                <a:cs typeface="Segoe UI" panose="020B0502040204020203" pitchFamily="34" charset="0"/>
              </a:rPr>
              <a:t>secant</a:t>
            </a:r>
            <a:r>
              <a:rPr lang="es-CO" sz="1400" i="1" dirty="0">
                <a:solidFill>
                  <a:schemeClr val="bg1">
                    <a:lumMod val="25000"/>
                  </a:schemeClr>
                </a:solidFill>
                <a:latin typeface="Segoe UI" panose="020B0502040204020203" pitchFamily="34" charset="0"/>
                <a:cs typeface="Segoe UI" panose="020B0502040204020203" pitchFamily="34" charset="0"/>
              </a:rPr>
              <a:t> •</a:t>
            </a:r>
            <a:r>
              <a:rPr lang="es-CO" sz="1400" i="1" dirty="0" err="1">
                <a:solidFill>
                  <a:schemeClr val="bg1">
                    <a:lumMod val="25000"/>
                  </a:schemeClr>
                </a:solidFill>
                <a:latin typeface="Segoe UI" panose="020B0502040204020203" pitchFamily="34" charset="0"/>
                <a:cs typeface="Segoe UI" panose="020B0502040204020203" pitchFamily="34" charset="0"/>
              </a:rPr>
              <a:t>Inverted</a:t>
            </a:r>
            <a:r>
              <a:rPr lang="es-CO" sz="1400" i="1" dirty="0">
                <a:solidFill>
                  <a:schemeClr val="bg1">
                    <a:lumMod val="25000"/>
                  </a:schemeClr>
                </a:solidFill>
                <a:latin typeface="Segoe UI" panose="020B0502040204020203" pitchFamily="34" charset="0"/>
                <a:cs typeface="Segoe UI" panose="020B0502040204020203" pitchFamily="34" charset="0"/>
              </a:rPr>
              <a:t> gamma •Inverse Gaussian •</a:t>
            </a:r>
            <a:r>
              <a:rPr lang="es-CO" sz="1400" i="1" dirty="0" err="1">
                <a:solidFill>
                  <a:schemeClr val="bg1">
                    <a:lumMod val="25000"/>
                  </a:schemeClr>
                </a:solidFill>
                <a:latin typeface="Segoe UI" panose="020B0502040204020203" pitchFamily="34" charset="0"/>
                <a:cs typeface="Segoe UI" panose="020B0502040204020203" pitchFamily="34" charset="0"/>
              </a:rPr>
              <a:t>Inverted</a:t>
            </a:r>
            <a:r>
              <a:rPr lang="es-CO" sz="1400" i="1" dirty="0">
                <a:solidFill>
                  <a:schemeClr val="bg1">
                    <a:lumMod val="25000"/>
                  </a:schemeClr>
                </a:solidFill>
                <a:latin typeface="Segoe UI" panose="020B0502040204020203" pitchFamily="34" charset="0"/>
                <a:cs typeface="Segoe UI" panose="020B0502040204020203" pitchFamily="34" charset="0"/>
              </a:rPr>
              <a:t> Weibull •Johnson SB •Johnson Su •Kappa 3 •Kappa 4 •</a:t>
            </a:r>
            <a:r>
              <a:rPr lang="es-CO" sz="1400" i="1" dirty="0" err="1">
                <a:solidFill>
                  <a:schemeClr val="bg1">
                    <a:lumMod val="25000"/>
                  </a:schemeClr>
                </a:solidFill>
                <a:latin typeface="Segoe UI" panose="020B0502040204020203" pitchFamily="34" charset="0"/>
                <a:cs typeface="Segoe UI" panose="020B0502040204020203" pitchFamily="34" charset="0"/>
              </a:rPr>
              <a:t>Kolmogorov</a:t>
            </a:r>
            <a:r>
              <a:rPr lang="es-CO" sz="1400" i="1" dirty="0">
                <a:solidFill>
                  <a:schemeClr val="bg1">
                    <a:lumMod val="25000"/>
                  </a:schemeClr>
                </a:solidFill>
                <a:latin typeface="Segoe UI" panose="020B0502040204020203" pitchFamily="34" charset="0"/>
                <a:cs typeface="Segoe UI" panose="020B0502040204020203" pitchFamily="34" charset="0"/>
              </a:rPr>
              <a:t>-Smirnov one-</a:t>
            </a:r>
            <a:r>
              <a:rPr lang="es-CO" sz="1400" i="1" dirty="0" err="1">
                <a:solidFill>
                  <a:schemeClr val="bg1">
                    <a:lumMod val="25000"/>
                  </a:schemeClr>
                </a:solidFill>
                <a:latin typeface="Segoe UI" panose="020B0502040204020203" pitchFamily="34" charset="0"/>
                <a:cs typeface="Segoe UI" panose="020B0502040204020203" pitchFamily="34" charset="0"/>
              </a:rPr>
              <a:t>sided</a:t>
            </a:r>
            <a:r>
              <a:rPr lang="es-CO" sz="1400" i="1" dirty="0">
                <a:solidFill>
                  <a:schemeClr val="bg1">
                    <a:lumMod val="25000"/>
                  </a:schemeClr>
                </a:solidFill>
                <a:latin typeface="Segoe UI" panose="020B0502040204020203" pitchFamily="34" charset="0"/>
                <a:cs typeface="Segoe UI" panose="020B0502040204020203" pitchFamily="34" charset="0"/>
              </a:rPr>
              <a:t> test </a:t>
            </a:r>
            <a:r>
              <a:rPr lang="es-CO" sz="1400" i="1" dirty="0" err="1">
                <a:solidFill>
                  <a:schemeClr val="bg1">
                    <a:lumMod val="25000"/>
                  </a:schemeClr>
                </a:solidFill>
                <a:latin typeface="Segoe UI" panose="020B0502040204020203" pitchFamily="34" charset="0"/>
                <a:cs typeface="Segoe UI" panose="020B0502040204020203" pitchFamily="34" charset="0"/>
              </a:rPr>
              <a:t>statistic</a:t>
            </a:r>
            <a:r>
              <a:rPr lang="es-CO" sz="1400" i="1" dirty="0">
                <a:solidFill>
                  <a:schemeClr val="bg1">
                    <a:lumMod val="25000"/>
                  </a:schemeClr>
                </a:solidFill>
                <a:latin typeface="Segoe UI" panose="020B0502040204020203" pitchFamily="34" charset="0"/>
                <a:cs typeface="Segoe UI" panose="020B0502040204020203" pitchFamily="34" charset="0"/>
              </a:rPr>
              <a:t> </a:t>
            </a:r>
            <a:r>
              <a:rPr lang="es-CO" sz="1400" i="1" dirty="0" err="1">
                <a:solidFill>
                  <a:schemeClr val="bg1">
                    <a:lumMod val="25000"/>
                  </a:schemeClr>
                </a:solidFill>
                <a:latin typeface="Segoe UI" panose="020B0502040204020203" pitchFamily="34" charset="0"/>
                <a:cs typeface="Segoe UI" panose="020B0502040204020203" pitchFamily="34" charset="0"/>
              </a:rPr>
              <a:t>distribution</a:t>
            </a:r>
            <a:r>
              <a:rPr lang="es-CO" sz="1400" i="1" dirty="0">
                <a:solidFill>
                  <a:schemeClr val="bg1">
                    <a:lumMod val="25000"/>
                  </a:schemeClr>
                </a:solidFill>
                <a:latin typeface="Segoe UI" panose="020B0502040204020203" pitchFamily="34" charset="0"/>
                <a:cs typeface="Segoe UI" panose="020B0502040204020203" pitchFamily="34" charset="0"/>
              </a:rPr>
              <a:t> •</a:t>
            </a:r>
            <a:r>
              <a:rPr lang="es-CO" sz="1400" i="1" dirty="0" err="1">
                <a:solidFill>
                  <a:schemeClr val="bg1">
                    <a:lumMod val="25000"/>
                  </a:schemeClr>
                </a:solidFill>
                <a:latin typeface="Segoe UI" panose="020B0502040204020203" pitchFamily="34" charset="0"/>
                <a:cs typeface="Segoe UI" panose="020B0502040204020203" pitchFamily="34" charset="0"/>
              </a:rPr>
              <a:t>Limiting</a:t>
            </a:r>
            <a:r>
              <a:rPr lang="es-CO" sz="1400" i="1" dirty="0">
                <a:solidFill>
                  <a:schemeClr val="bg1">
                    <a:lumMod val="25000"/>
                  </a:schemeClr>
                </a:solidFill>
                <a:latin typeface="Segoe UI" panose="020B0502040204020203" pitchFamily="34" charset="0"/>
                <a:cs typeface="Segoe UI" panose="020B0502040204020203" pitchFamily="34" charset="0"/>
              </a:rPr>
              <a:t> </a:t>
            </a:r>
            <a:r>
              <a:rPr lang="es-CO" sz="1400" i="1" dirty="0" err="1">
                <a:solidFill>
                  <a:schemeClr val="bg1">
                    <a:lumMod val="25000"/>
                  </a:schemeClr>
                </a:solidFill>
                <a:latin typeface="Segoe UI" panose="020B0502040204020203" pitchFamily="34" charset="0"/>
                <a:cs typeface="Segoe UI" panose="020B0502040204020203" pitchFamily="34" charset="0"/>
              </a:rPr>
              <a:t>distribution</a:t>
            </a:r>
            <a:r>
              <a:rPr lang="es-CO" sz="1400" i="1" dirty="0">
                <a:solidFill>
                  <a:schemeClr val="bg1">
                    <a:lumMod val="25000"/>
                  </a:schemeClr>
                </a:solidFill>
                <a:latin typeface="Segoe UI" panose="020B0502040204020203" pitchFamily="34" charset="0"/>
                <a:cs typeface="Segoe UI" panose="020B0502040204020203" pitchFamily="34" charset="0"/>
              </a:rPr>
              <a:t> </a:t>
            </a:r>
            <a:r>
              <a:rPr lang="es-CO" sz="1400" i="1" dirty="0" err="1">
                <a:solidFill>
                  <a:schemeClr val="bg1">
                    <a:lumMod val="25000"/>
                  </a:schemeClr>
                </a:solidFill>
                <a:latin typeface="Segoe UI" panose="020B0502040204020203" pitchFamily="34" charset="0"/>
                <a:cs typeface="Segoe UI" panose="020B0502040204020203" pitchFamily="34" charset="0"/>
              </a:rPr>
              <a:t>of</a:t>
            </a:r>
            <a:r>
              <a:rPr lang="es-CO" sz="1400" i="1" dirty="0">
                <a:solidFill>
                  <a:schemeClr val="bg1">
                    <a:lumMod val="25000"/>
                  </a:schemeClr>
                </a:solidFill>
                <a:latin typeface="Segoe UI" panose="020B0502040204020203" pitchFamily="34" charset="0"/>
                <a:cs typeface="Segoe UI" panose="020B0502040204020203" pitchFamily="34" charset="0"/>
              </a:rPr>
              <a:t> </a:t>
            </a:r>
            <a:r>
              <a:rPr lang="es-CO" sz="1400" i="1" dirty="0" err="1">
                <a:solidFill>
                  <a:schemeClr val="bg1">
                    <a:lumMod val="25000"/>
                  </a:schemeClr>
                </a:solidFill>
                <a:latin typeface="Segoe UI" panose="020B0502040204020203" pitchFamily="34" charset="0"/>
                <a:cs typeface="Segoe UI" panose="020B0502040204020203" pitchFamily="34" charset="0"/>
              </a:rPr>
              <a:t>scaled</a:t>
            </a:r>
            <a:r>
              <a:rPr lang="es-CO" sz="1400" i="1" dirty="0">
                <a:solidFill>
                  <a:schemeClr val="bg1">
                    <a:lumMod val="25000"/>
                  </a:schemeClr>
                </a:solidFill>
                <a:latin typeface="Segoe UI" panose="020B0502040204020203" pitchFamily="34" charset="0"/>
                <a:cs typeface="Segoe UI" panose="020B0502040204020203" pitchFamily="34" charset="0"/>
              </a:rPr>
              <a:t> </a:t>
            </a:r>
            <a:r>
              <a:rPr lang="es-CO" sz="1400" i="1" dirty="0" err="1">
                <a:solidFill>
                  <a:schemeClr val="bg1">
                    <a:lumMod val="25000"/>
                  </a:schemeClr>
                </a:solidFill>
                <a:latin typeface="Segoe UI" panose="020B0502040204020203" pitchFamily="34" charset="0"/>
                <a:cs typeface="Segoe UI" panose="020B0502040204020203" pitchFamily="34" charset="0"/>
              </a:rPr>
              <a:t>Kolmogorov</a:t>
            </a:r>
            <a:r>
              <a:rPr lang="es-CO" sz="1400" i="1" dirty="0">
                <a:solidFill>
                  <a:schemeClr val="bg1">
                    <a:lumMod val="25000"/>
                  </a:schemeClr>
                </a:solidFill>
                <a:latin typeface="Segoe UI" panose="020B0502040204020203" pitchFamily="34" charset="0"/>
                <a:cs typeface="Segoe UI" panose="020B0502040204020203" pitchFamily="34" charset="0"/>
              </a:rPr>
              <a:t>-Smirnov </a:t>
            </a:r>
            <a:r>
              <a:rPr lang="es-CO" sz="1400" i="1" dirty="0" err="1">
                <a:solidFill>
                  <a:schemeClr val="bg1">
                    <a:lumMod val="25000"/>
                  </a:schemeClr>
                </a:solidFill>
                <a:latin typeface="Segoe UI" panose="020B0502040204020203" pitchFamily="34" charset="0"/>
                <a:cs typeface="Segoe UI" panose="020B0502040204020203" pitchFamily="34" charset="0"/>
              </a:rPr>
              <a:t>two-sided</a:t>
            </a:r>
            <a:r>
              <a:rPr lang="es-CO" sz="1400" i="1" dirty="0">
                <a:solidFill>
                  <a:schemeClr val="bg1">
                    <a:lumMod val="25000"/>
                  </a:schemeClr>
                </a:solidFill>
                <a:latin typeface="Segoe UI" panose="020B0502040204020203" pitchFamily="34" charset="0"/>
                <a:cs typeface="Segoe UI" panose="020B0502040204020203" pitchFamily="34" charset="0"/>
              </a:rPr>
              <a:t> test </a:t>
            </a:r>
            <a:r>
              <a:rPr lang="es-CO" sz="1400" i="1" dirty="0" err="1">
                <a:solidFill>
                  <a:schemeClr val="bg1">
                    <a:lumMod val="25000"/>
                  </a:schemeClr>
                </a:solidFill>
                <a:latin typeface="Segoe UI" panose="020B0502040204020203" pitchFamily="34" charset="0"/>
                <a:cs typeface="Segoe UI" panose="020B0502040204020203" pitchFamily="34" charset="0"/>
              </a:rPr>
              <a:t>statistic</a:t>
            </a:r>
            <a:r>
              <a:rPr lang="es-CO" sz="1400" i="1" dirty="0">
                <a:solidFill>
                  <a:schemeClr val="bg1">
                    <a:lumMod val="25000"/>
                  </a:schemeClr>
                </a:solidFill>
                <a:latin typeface="Segoe UI" panose="020B0502040204020203" pitchFamily="34" charset="0"/>
                <a:cs typeface="Segoe UI" panose="020B0502040204020203" pitchFamily="34" charset="0"/>
              </a:rPr>
              <a:t> •Laplace •Left-</a:t>
            </a:r>
            <a:r>
              <a:rPr lang="es-CO" sz="1400" i="1" dirty="0" err="1">
                <a:solidFill>
                  <a:schemeClr val="bg1">
                    <a:lumMod val="25000"/>
                  </a:schemeClr>
                </a:solidFill>
                <a:latin typeface="Segoe UI" panose="020B0502040204020203" pitchFamily="34" charset="0"/>
                <a:cs typeface="Segoe UI" panose="020B0502040204020203" pitchFamily="34" charset="0"/>
              </a:rPr>
              <a:t>skewed</a:t>
            </a:r>
            <a:r>
              <a:rPr lang="es-CO" sz="1400" i="1" dirty="0">
                <a:solidFill>
                  <a:schemeClr val="bg1">
                    <a:lumMod val="25000"/>
                  </a:schemeClr>
                </a:solidFill>
                <a:latin typeface="Segoe UI" panose="020B0502040204020203" pitchFamily="34" charset="0"/>
                <a:cs typeface="Segoe UI" panose="020B0502040204020203" pitchFamily="34" charset="0"/>
              </a:rPr>
              <a:t> Levy •Log gamma •</a:t>
            </a:r>
            <a:r>
              <a:rPr lang="es-CO" sz="1400" i="1" dirty="0" err="1">
                <a:solidFill>
                  <a:schemeClr val="bg1">
                    <a:lumMod val="25000"/>
                  </a:schemeClr>
                </a:solidFill>
                <a:latin typeface="Segoe UI" panose="020B0502040204020203" pitchFamily="34" charset="0"/>
                <a:cs typeface="Segoe UI" panose="020B0502040204020203" pitchFamily="34" charset="0"/>
              </a:rPr>
              <a:t>Logistic</a:t>
            </a:r>
            <a:r>
              <a:rPr lang="es-CO" sz="1400" i="1" dirty="0">
                <a:solidFill>
                  <a:schemeClr val="bg1">
                    <a:lumMod val="25000"/>
                  </a:schemeClr>
                </a:solidFill>
                <a:latin typeface="Segoe UI" panose="020B0502040204020203" pitchFamily="34" charset="0"/>
                <a:cs typeface="Segoe UI" panose="020B0502040204020203" pitchFamily="34" charset="0"/>
              </a:rPr>
              <a:t> (</a:t>
            </a:r>
            <a:r>
              <a:rPr lang="es-CO" sz="1400" i="1" dirty="0" err="1">
                <a:solidFill>
                  <a:schemeClr val="bg1">
                    <a:lumMod val="25000"/>
                  </a:schemeClr>
                </a:solidFill>
                <a:latin typeface="Segoe UI" panose="020B0502040204020203" pitchFamily="34" charset="0"/>
                <a:cs typeface="Segoe UI" panose="020B0502040204020203" pitchFamily="34" charset="0"/>
              </a:rPr>
              <a:t>or</a:t>
            </a:r>
            <a:r>
              <a:rPr lang="es-CO" sz="1400" i="1" dirty="0">
                <a:solidFill>
                  <a:schemeClr val="bg1">
                    <a:lumMod val="25000"/>
                  </a:schemeClr>
                </a:solidFill>
                <a:latin typeface="Segoe UI" panose="020B0502040204020203" pitchFamily="34" charset="0"/>
                <a:cs typeface="Segoe UI" panose="020B0502040204020203" pitchFamily="34" charset="0"/>
              </a:rPr>
              <a:t> Sech-</a:t>
            </a:r>
            <a:r>
              <a:rPr lang="es-CO" sz="1400" i="1" dirty="0" err="1">
                <a:solidFill>
                  <a:schemeClr val="bg1">
                    <a:lumMod val="25000"/>
                  </a:schemeClr>
                </a:solidFill>
                <a:latin typeface="Segoe UI" panose="020B0502040204020203" pitchFamily="34" charset="0"/>
                <a:cs typeface="Segoe UI" panose="020B0502040204020203" pitchFamily="34" charset="0"/>
              </a:rPr>
              <a:t>squared</a:t>
            </a:r>
            <a:r>
              <a:rPr lang="es-CO" sz="1400" i="1" dirty="0">
                <a:solidFill>
                  <a:schemeClr val="bg1">
                    <a:lumMod val="25000"/>
                  </a:schemeClr>
                </a:solidFill>
                <a:latin typeface="Segoe UI" panose="020B0502040204020203" pitchFamily="34" charset="0"/>
                <a:cs typeface="Segoe UI" panose="020B0502040204020203" pitchFamily="34" charset="0"/>
              </a:rPr>
              <a:t>) •Log-Laplace •Lomax (Pareto </a:t>
            </a:r>
            <a:r>
              <a:rPr lang="es-CO" sz="1400" i="1" dirty="0" err="1">
                <a:solidFill>
                  <a:schemeClr val="bg1">
                    <a:lumMod val="25000"/>
                  </a:schemeClr>
                </a:solidFill>
                <a:latin typeface="Segoe UI" panose="020B0502040204020203" pitchFamily="34" charset="0"/>
                <a:cs typeface="Segoe UI" panose="020B0502040204020203" pitchFamily="34" charset="0"/>
              </a:rPr>
              <a:t>of</a:t>
            </a:r>
            <a:r>
              <a:rPr lang="es-CO" sz="1400" i="1" dirty="0">
                <a:solidFill>
                  <a:schemeClr val="bg1">
                    <a:lumMod val="25000"/>
                  </a:schemeClr>
                </a:solidFill>
                <a:latin typeface="Segoe UI" panose="020B0502040204020203" pitchFamily="34" charset="0"/>
                <a:cs typeface="Segoe UI" panose="020B0502040204020203" pitchFamily="34" charset="0"/>
              </a:rPr>
              <a:t> </a:t>
            </a:r>
            <a:r>
              <a:rPr lang="es-CO" sz="1400" i="1" dirty="0" err="1">
                <a:solidFill>
                  <a:schemeClr val="bg1">
                    <a:lumMod val="25000"/>
                  </a:schemeClr>
                </a:solidFill>
                <a:latin typeface="Segoe UI" panose="020B0502040204020203" pitchFamily="34" charset="0"/>
                <a:cs typeface="Segoe UI" panose="020B0502040204020203" pitchFamily="34" charset="0"/>
              </a:rPr>
              <a:t>the</a:t>
            </a:r>
            <a:r>
              <a:rPr lang="es-CO" sz="1400" i="1" dirty="0">
                <a:solidFill>
                  <a:schemeClr val="bg1">
                    <a:lumMod val="25000"/>
                  </a:schemeClr>
                </a:solidFill>
                <a:latin typeface="Segoe UI" panose="020B0502040204020203" pitchFamily="34" charset="0"/>
                <a:cs typeface="Segoe UI" panose="020B0502040204020203" pitchFamily="34" charset="0"/>
              </a:rPr>
              <a:t> </a:t>
            </a:r>
            <a:r>
              <a:rPr lang="es-CO" sz="1400" i="1" dirty="0" err="1">
                <a:solidFill>
                  <a:schemeClr val="bg1">
                    <a:lumMod val="25000"/>
                  </a:schemeClr>
                </a:solidFill>
                <a:latin typeface="Segoe UI" panose="020B0502040204020203" pitchFamily="34" charset="0"/>
                <a:cs typeface="Segoe UI" panose="020B0502040204020203" pitchFamily="34" charset="0"/>
              </a:rPr>
              <a:t>second</a:t>
            </a:r>
            <a:r>
              <a:rPr lang="es-CO" sz="1400" i="1" dirty="0">
                <a:solidFill>
                  <a:schemeClr val="bg1">
                    <a:lumMod val="25000"/>
                  </a:schemeClr>
                </a:solidFill>
                <a:latin typeface="Segoe UI" panose="020B0502040204020203" pitchFamily="34" charset="0"/>
                <a:cs typeface="Segoe UI" panose="020B0502040204020203" pitchFamily="34" charset="0"/>
              </a:rPr>
              <a:t> </a:t>
            </a:r>
            <a:r>
              <a:rPr lang="es-CO" sz="1400" i="1" dirty="0" err="1">
                <a:solidFill>
                  <a:schemeClr val="bg1">
                    <a:lumMod val="25000"/>
                  </a:schemeClr>
                </a:solidFill>
                <a:latin typeface="Segoe UI" panose="020B0502040204020203" pitchFamily="34" charset="0"/>
                <a:cs typeface="Segoe UI" panose="020B0502040204020203" pitchFamily="34" charset="0"/>
              </a:rPr>
              <a:t>kind</a:t>
            </a:r>
            <a:r>
              <a:rPr lang="es-CO" sz="1400" i="1" dirty="0">
                <a:solidFill>
                  <a:schemeClr val="bg1">
                    <a:lumMod val="25000"/>
                  </a:schemeClr>
                </a:solidFill>
                <a:latin typeface="Segoe UI" panose="020B0502040204020203" pitchFamily="34" charset="0"/>
                <a:cs typeface="Segoe UI" panose="020B0502040204020203" pitchFamily="34" charset="0"/>
              </a:rPr>
              <a:t>) •Maxwell •Mielke Beta-Kappa / </a:t>
            </a:r>
            <a:r>
              <a:rPr lang="es-CO" sz="1400" i="1" dirty="0" err="1">
                <a:solidFill>
                  <a:schemeClr val="bg1">
                    <a:lumMod val="25000"/>
                  </a:schemeClr>
                </a:solidFill>
                <a:latin typeface="Segoe UI" panose="020B0502040204020203" pitchFamily="34" charset="0"/>
                <a:cs typeface="Segoe UI" panose="020B0502040204020203" pitchFamily="34" charset="0"/>
              </a:rPr>
              <a:t>Dagum</a:t>
            </a:r>
            <a:r>
              <a:rPr lang="es-CO" sz="1400" i="1" dirty="0">
                <a:solidFill>
                  <a:schemeClr val="bg1">
                    <a:lumMod val="25000"/>
                  </a:schemeClr>
                </a:solidFill>
                <a:latin typeface="Segoe UI" panose="020B0502040204020203" pitchFamily="34" charset="0"/>
                <a:cs typeface="Segoe UI" panose="020B0502040204020203" pitchFamily="34" charset="0"/>
              </a:rPr>
              <a:t> •Moyal •</a:t>
            </a:r>
            <a:r>
              <a:rPr lang="es-CO" sz="1400" i="1" dirty="0" err="1">
                <a:solidFill>
                  <a:schemeClr val="bg1">
                    <a:lumMod val="25000"/>
                  </a:schemeClr>
                </a:solidFill>
                <a:latin typeface="Segoe UI" panose="020B0502040204020203" pitchFamily="34" charset="0"/>
                <a:cs typeface="Segoe UI" panose="020B0502040204020203" pitchFamily="34" charset="0"/>
              </a:rPr>
              <a:t>Nakagami</a:t>
            </a:r>
            <a:r>
              <a:rPr lang="es-CO" sz="1400" i="1" dirty="0">
                <a:solidFill>
                  <a:schemeClr val="bg1">
                    <a:lumMod val="25000"/>
                  </a:schemeClr>
                </a:solidFill>
                <a:latin typeface="Segoe UI" panose="020B0502040204020203" pitchFamily="34" charset="0"/>
                <a:cs typeface="Segoe UI" panose="020B0502040204020203" pitchFamily="34" charset="0"/>
              </a:rPr>
              <a:t> •Non-central F </a:t>
            </a:r>
            <a:r>
              <a:rPr lang="es-CO" sz="1400" i="1" dirty="0" err="1">
                <a:solidFill>
                  <a:schemeClr val="bg1">
                    <a:lumMod val="25000"/>
                  </a:schemeClr>
                </a:solidFill>
                <a:latin typeface="Segoe UI" panose="020B0502040204020203" pitchFamily="34" charset="0"/>
                <a:cs typeface="Segoe UI" panose="020B0502040204020203" pitchFamily="34" charset="0"/>
              </a:rPr>
              <a:t>distribution</a:t>
            </a:r>
            <a:r>
              <a:rPr lang="es-CO" sz="1400" i="1" dirty="0">
                <a:solidFill>
                  <a:schemeClr val="bg1">
                    <a:lumMod val="25000"/>
                  </a:schemeClr>
                </a:solidFill>
                <a:latin typeface="Segoe UI" panose="020B0502040204020203" pitchFamily="34" charset="0"/>
                <a:cs typeface="Segoe UI" panose="020B0502040204020203" pitchFamily="34" charset="0"/>
              </a:rPr>
              <a:t> •Non-central </a:t>
            </a:r>
            <a:r>
              <a:rPr lang="es-CO" sz="1400" i="1" dirty="0" err="1">
                <a:solidFill>
                  <a:schemeClr val="bg1">
                    <a:lumMod val="25000"/>
                  </a:schemeClr>
                </a:solidFill>
                <a:latin typeface="Segoe UI" panose="020B0502040204020203" pitchFamily="34" charset="0"/>
                <a:cs typeface="Segoe UI" panose="020B0502040204020203" pitchFamily="34" charset="0"/>
              </a:rPr>
              <a:t>Student’s</a:t>
            </a:r>
            <a:r>
              <a:rPr lang="es-CO" sz="1400" i="1" dirty="0">
                <a:solidFill>
                  <a:schemeClr val="bg1">
                    <a:lumMod val="25000"/>
                  </a:schemeClr>
                </a:solidFill>
                <a:latin typeface="Segoe UI" panose="020B0502040204020203" pitchFamily="34" charset="0"/>
                <a:cs typeface="Segoe UI" panose="020B0502040204020203" pitchFamily="34" charset="0"/>
              </a:rPr>
              <a:t> t •Normal •Pearson </a:t>
            </a:r>
            <a:r>
              <a:rPr lang="es-CO" sz="1400" i="1" dirty="0" err="1">
                <a:solidFill>
                  <a:schemeClr val="bg1">
                    <a:lumMod val="25000"/>
                  </a:schemeClr>
                </a:solidFill>
                <a:latin typeface="Segoe UI" panose="020B0502040204020203" pitchFamily="34" charset="0"/>
                <a:cs typeface="Segoe UI" panose="020B0502040204020203" pitchFamily="34" charset="0"/>
              </a:rPr>
              <a:t>type</a:t>
            </a:r>
            <a:r>
              <a:rPr lang="es-CO" sz="1400" i="1" dirty="0">
                <a:solidFill>
                  <a:schemeClr val="bg1">
                    <a:lumMod val="25000"/>
                  </a:schemeClr>
                </a:solidFill>
                <a:latin typeface="Segoe UI" panose="020B0502040204020203" pitchFamily="34" charset="0"/>
                <a:cs typeface="Segoe UI" panose="020B0502040204020203" pitchFamily="34" charset="0"/>
              </a:rPr>
              <a:t> III •Power-</a:t>
            </a:r>
            <a:r>
              <a:rPr lang="es-CO" sz="1400" i="1" dirty="0" err="1">
                <a:solidFill>
                  <a:schemeClr val="bg1">
                    <a:lumMod val="25000"/>
                  </a:schemeClr>
                </a:solidFill>
                <a:latin typeface="Segoe UI" panose="020B0502040204020203" pitchFamily="34" charset="0"/>
                <a:cs typeface="Segoe UI" panose="020B0502040204020203" pitchFamily="34" charset="0"/>
              </a:rPr>
              <a:t>function</a:t>
            </a:r>
            <a:r>
              <a:rPr lang="es-CO" sz="1400" i="1" dirty="0">
                <a:solidFill>
                  <a:schemeClr val="bg1">
                    <a:lumMod val="25000"/>
                  </a:schemeClr>
                </a:solidFill>
                <a:latin typeface="Segoe UI" panose="020B0502040204020203" pitchFamily="34" charset="0"/>
                <a:cs typeface="Segoe UI" panose="020B0502040204020203" pitchFamily="34" charset="0"/>
              </a:rPr>
              <a:t> •Rayleigh •R-</a:t>
            </a:r>
            <a:r>
              <a:rPr lang="es-CO" sz="1400" i="1" dirty="0" err="1">
                <a:solidFill>
                  <a:schemeClr val="bg1">
                    <a:lumMod val="25000"/>
                  </a:schemeClr>
                </a:solidFill>
                <a:latin typeface="Segoe UI" panose="020B0502040204020203" pitchFamily="34" charset="0"/>
                <a:cs typeface="Segoe UI" panose="020B0502040204020203" pitchFamily="34" charset="0"/>
              </a:rPr>
              <a:t>distributed</a:t>
            </a:r>
            <a:r>
              <a:rPr lang="es-CO" sz="1400" i="1" dirty="0">
                <a:solidFill>
                  <a:schemeClr val="bg1">
                    <a:lumMod val="25000"/>
                  </a:schemeClr>
                </a:solidFill>
                <a:latin typeface="Segoe UI" panose="020B0502040204020203" pitchFamily="34" charset="0"/>
                <a:cs typeface="Segoe UI" panose="020B0502040204020203" pitchFamily="34" charset="0"/>
              </a:rPr>
              <a:t> (</a:t>
            </a:r>
            <a:r>
              <a:rPr lang="es-CO" sz="1400" i="1" dirty="0" err="1">
                <a:solidFill>
                  <a:schemeClr val="bg1">
                    <a:lumMod val="25000"/>
                  </a:schemeClr>
                </a:solidFill>
                <a:latin typeface="Segoe UI" panose="020B0502040204020203" pitchFamily="34" charset="0"/>
                <a:cs typeface="Segoe UI" panose="020B0502040204020203" pitchFamily="34" charset="0"/>
              </a:rPr>
              <a:t>symmetric</a:t>
            </a:r>
            <a:r>
              <a:rPr lang="es-CO" sz="1400" i="1" dirty="0">
                <a:solidFill>
                  <a:schemeClr val="bg1">
                    <a:lumMod val="25000"/>
                  </a:schemeClr>
                </a:solidFill>
                <a:latin typeface="Segoe UI" panose="020B0502040204020203" pitchFamily="34" charset="0"/>
                <a:cs typeface="Segoe UI" panose="020B0502040204020203" pitchFamily="34" charset="0"/>
              </a:rPr>
              <a:t> beta) •Rice •Semicircular •</a:t>
            </a:r>
            <a:r>
              <a:rPr lang="es-CO" sz="1400" i="1" dirty="0" err="1">
                <a:solidFill>
                  <a:schemeClr val="bg1">
                    <a:lumMod val="25000"/>
                  </a:schemeClr>
                </a:solidFill>
                <a:latin typeface="Segoe UI" panose="020B0502040204020203" pitchFamily="34" charset="0"/>
                <a:cs typeface="Segoe UI" panose="020B0502040204020203" pitchFamily="34" charset="0"/>
              </a:rPr>
              <a:t>Skew</a:t>
            </a:r>
            <a:r>
              <a:rPr lang="es-CO" sz="1400" i="1" dirty="0">
                <a:solidFill>
                  <a:schemeClr val="bg1">
                    <a:lumMod val="25000"/>
                  </a:schemeClr>
                </a:solidFill>
                <a:latin typeface="Segoe UI" panose="020B0502040204020203" pitchFamily="34" charset="0"/>
                <a:cs typeface="Segoe UI" panose="020B0502040204020203" pitchFamily="34" charset="0"/>
              </a:rPr>
              <a:t> normal •</a:t>
            </a:r>
            <a:r>
              <a:rPr lang="es-CO" sz="1400" i="1" dirty="0" err="1">
                <a:solidFill>
                  <a:schemeClr val="bg1">
                    <a:lumMod val="25000"/>
                  </a:schemeClr>
                </a:solidFill>
                <a:latin typeface="Segoe UI" panose="020B0502040204020203" pitchFamily="34" charset="0"/>
                <a:cs typeface="Segoe UI" panose="020B0502040204020203" pitchFamily="34" charset="0"/>
              </a:rPr>
              <a:t>Student’s</a:t>
            </a:r>
            <a:r>
              <a:rPr lang="es-CO" sz="1400" i="1" dirty="0">
                <a:solidFill>
                  <a:schemeClr val="bg1">
                    <a:lumMod val="25000"/>
                  </a:schemeClr>
                </a:solidFill>
                <a:latin typeface="Segoe UI" panose="020B0502040204020203" pitchFamily="34" charset="0"/>
                <a:cs typeface="Segoe UI" panose="020B0502040204020203" pitchFamily="34" charset="0"/>
              </a:rPr>
              <a:t> t •</a:t>
            </a:r>
            <a:r>
              <a:rPr lang="es-CO" sz="1400" i="1" dirty="0" err="1">
                <a:solidFill>
                  <a:schemeClr val="bg1">
                    <a:lumMod val="25000"/>
                  </a:schemeClr>
                </a:solidFill>
                <a:latin typeface="Segoe UI" panose="020B0502040204020203" pitchFamily="34" charset="0"/>
                <a:cs typeface="Segoe UI" panose="020B0502040204020203" pitchFamily="34" charset="0"/>
              </a:rPr>
              <a:t>Trapezoid</a:t>
            </a:r>
            <a:r>
              <a:rPr lang="es-CO" sz="1400" i="1" dirty="0">
                <a:solidFill>
                  <a:schemeClr val="bg1">
                    <a:lumMod val="25000"/>
                  </a:schemeClr>
                </a:solidFill>
                <a:latin typeface="Segoe UI" panose="020B0502040204020203" pitchFamily="34" charset="0"/>
                <a:cs typeface="Segoe UI" panose="020B0502040204020203" pitchFamily="34" charset="0"/>
              </a:rPr>
              <a:t> •Triangular •</a:t>
            </a:r>
            <a:r>
              <a:rPr lang="es-CO" sz="1400" i="1" dirty="0" err="1">
                <a:solidFill>
                  <a:schemeClr val="bg1">
                    <a:lumMod val="25000"/>
                  </a:schemeClr>
                </a:solidFill>
                <a:latin typeface="Segoe UI" panose="020B0502040204020203" pitchFamily="34" charset="0"/>
                <a:cs typeface="Segoe UI" panose="020B0502040204020203" pitchFamily="34" charset="0"/>
              </a:rPr>
              <a:t>Truncated</a:t>
            </a:r>
            <a:r>
              <a:rPr lang="es-CO" sz="1400" i="1" dirty="0">
                <a:solidFill>
                  <a:schemeClr val="bg1">
                    <a:lumMod val="25000"/>
                  </a:schemeClr>
                </a:solidFill>
                <a:latin typeface="Segoe UI" panose="020B0502040204020203" pitchFamily="34" charset="0"/>
                <a:cs typeface="Segoe UI" panose="020B0502040204020203" pitchFamily="34" charset="0"/>
              </a:rPr>
              <a:t> </a:t>
            </a:r>
            <a:r>
              <a:rPr lang="es-CO" sz="1400" i="1" dirty="0" err="1">
                <a:solidFill>
                  <a:schemeClr val="bg1">
                    <a:lumMod val="25000"/>
                  </a:schemeClr>
                </a:solidFill>
                <a:latin typeface="Segoe UI" panose="020B0502040204020203" pitchFamily="34" charset="0"/>
                <a:cs typeface="Segoe UI" panose="020B0502040204020203" pitchFamily="34" charset="0"/>
              </a:rPr>
              <a:t>exponential</a:t>
            </a:r>
            <a:r>
              <a:rPr lang="es-CO" sz="1400" i="1" dirty="0">
                <a:solidFill>
                  <a:schemeClr val="bg1">
                    <a:lumMod val="25000"/>
                  </a:schemeClr>
                </a:solidFill>
                <a:latin typeface="Segoe UI" panose="020B0502040204020203" pitchFamily="34" charset="0"/>
                <a:cs typeface="Segoe UI" panose="020B0502040204020203" pitchFamily="34" charset="0"/>
              </a:rPr>
              <a:t> •</a:t>
            </a:r>
            <a:r>
              <a:rPr lang="es-CO" sz="1400" i="1" dirty="0" err="1">
                <a:solidFill>
                  <a:schemeClr val="bg1">
                    <a:lumMod val="25000"/>
                  </a:schemeClr>
                </a:solidFill>
                <a:latin typeface="Segoe UI" panose="020B0502040204020203" pitchFamily="34" charset="0"/>
                <a:cs typeface="Segoe UI" panose="020B0502040204020203" pitchFamily="34" charset="0"/>
              </a:rPr>
              <a:t>Truncated</a:t>
            </a:r>
            <a:r>
              <a:rPr lang="es-CO" sz="1400" i="1" dirty="0">
                <a:solidFill>
                  <a:schemeClr val="bg1">
                    <a:lumMod val="25000"/>
                  </a:schemeClr>
                </a:solidFill>
                <a:latin typeface="Segoe UI" panose="020B0502040204020203" pitchFamily="34" charset="0"/>
                <a:cs typeface="Segoe UI" panose="020B0502040204020203" pitchFamily="34" charset="0"/>
              </a:rPr>
              <a:t> normal •Upper </a:t>
            </a:r>
            <a:r>
              <a:rPr lang="es-CO" sz="1400" i="1" dirty="0" err="1">
                <a:solidFill>
                  <a:schemeClr val="bg1">
                    <a:lumMod val="25000"/>
                  </a:schemeClr>
                </a:solidFill>
                <a:latin typeface="Segoe UI" panose="020B0502040204020203" pitchFamily="34" charset="0"/>
                <a:cs typeface="Segoe UI" panose="020B0502040204020203" pitchFamily="34" charset="0"/>
              </a:rPr>
              <a:t>truncated</a:t>
            </a:r>
            <a:r>
              <a:rPr lang="es-CO" sz="1400" i="1" dirty="0">
                <a:solidFill>
                  <a:schemeClr val="bg1">
                    <a:lumMod val="25000"/>
                  </a:schemeClr>
                </a:solidFill>
                <a:latin typeface="Segoe UI" panose="020B0502040204020203" pitchFamily="34" charset="0"/>
                <a:cs typeface="Segoe UI" panose="020B0502040204020203" pitchFamily="34" charset="0"/>
              </a:rPr>
              <a:t> Pareto •</a:t>
            </a:r>
            <a:r>
              <a:rPr lang="es-CO" sz="1400" i="1" dirty="0" err="1">
                <a:solidFill>
                  <a:schemeClr val="bg1">
                    <a:lumMod val="25000"/>
                  </a:schemeClr>
                </a:solidFill>
                <a:latin typeface="Segoe UI" panose="020B0502040204020203" pitchFamily="34" charset="0"/>
                <a:cs typeface="Segoe UI" panose="020B0502040204020203" pitchFamily="34" charset="0"/>
              </a:rPr>
              <a:t>Doubly</a:t>
            </a:r>
            <a:r>
              <a:rPr lang="es-CO" sz="1400" i="1" dirty="0">
                <a:solidFill>
                  <a:schemeClr val="bg1">
                    <a:lumMod val="25000"/>
                  </a:schemeClr>
                </a:solidFill>
                <a:latin typeface="Segoe UI" panose="020B0502040204020203" pitchFamily="34" charset="0"/>
                <a:cs typeface="Segoe UI" panose="020B0502040204020203" pitchFamily="34" charset="0"/>
              </a:rPr>
              <a:t> </a:t>
            </a:r>
            <a:r>
              <a:rPr lang="es-CO" sz="1400" i="1" dirty="0" err="1">
                <a:solidFill>
                  <a:schemeClr val="bg1">
                    <a:lumMod val="25000"/>
                  </a:schemeClr>
                </a:solidFill>
                <a:latin typeface="Segoe UI" panose="020B0502040204020203" pitchFamily="34" charset="0"/>
                <a:cs typeface="Segoe UI" panose="020B0502040204020203" pitchFamily="34" charset="0"/>
              </a:rPr>
              <a:t>truncated</a:t>
            </a:r>
            <a:r>
              <a:rPr lang="es-CO" sz="1400" i="1" dirty="0">
                <a:solidFill>
                  <a:schemeClr val="bg1">
                    <a:lumMod val="25000"/>
                  </a:schemeClr>
                </a:solidFill>
                <a:latin typeface="Segoe UI" panose="020B0502040204020203" pitchFamily="34" charset="0"/>
                <a:cs typeface="Segoe UI" panose="020B0502040204020203" pitchFamily="34" charset="0"/>
              </a:rPr>
              <a:t> Weibull </a:t>
            </a:r>
            <a:r>
              <a:rPr lang="es-CO" sz="1400" i="1" dirty="0" err="1">
                <a:solidFill>
                  <a:schemeClr val="bg1">
                    <a:lumMod val="25000"/>
                  </a:schemeClr>
                </a:solidFill>
                <a:latin typeface="Segoe UI" panose="020B0502040204020203" pitchFamily="34" charset="0"/>
                <a:cs typeface="Segoe UI" panose="020B0502040204020203" pitchFamily="34" charset="0"/>
              </a:rPr>
              <a:t>minimum</a:t>
            </a:r>
            <a:r>
              <a:rPr lang="es-CO" sz="1400" i="1" dirty="0">
                <a:solidFill>
                  <a:schemeClr val="bg1">
                    <a:lumMod val="25000"/>
                  </a:schemeClr>
                </a:solidFill>
                <a:latin typeface="Segoe UI" panose="020B0502040204020203" pitchFamily="34" charset="0"/>
                <a:cs typeface="Segoe UI" panose="020B0502040204020203" pitchFamily="34" charset="0"/>
              </a:rPr>
              <a:t> •Tukey-</a:t>
            </a:r>
            <a:r>
              <a:rPr lang="es-CO" sz="1400" i="1" dirty="0" err="1">
                <a:solidFill>
                  <a:schemeClr val="bg1">
                    <a:lumMod val="25000"/>
                  </a:schemeClr>
                </a:solidFill>
                <a:latin typeface="Segoe UI" panose="020B0502040204020203" pitchFamily="34" charset="0"/>
                <a:cs typeface="Segoe UI" panose="020B0502040204020203" pitchFamily="34" charset="0"/>
              </a:rPr>
              <a:t>Lamdba</a:t>
            </a:r>
            <a:r>
              <a:rPr lang="es-CO" sz="1400" i="1" dirty="0">
                <a:solidFill>
                  <a:schemeClr val="bg1">
                    <a:lumMod val="25000"/>
                  </a:schemeClr>
                </a:solidFill>
                <a:latin typeface="Segoe UI" panose="020B0502040204020203" pitchFamily="34" charset="0"/>
                <a:cs typeface="Segoe UI" panose="020B0502040204020203" pitchFamily="34" charset="0"/>
              </a:rPr>
              <a:t> •</a:t>
            </a:r>
            <a:r>
              <a:rPr lang="es-CO" sz="1400" i="1" dirty="0" err="1">
                <a:solidFill>
                  <a:schemeClr val="bg1">
                    <a:lumMod val="25000"/>
                  </a:schemeClr>
                </a:solidFill>
                <a:latin typeface="Segoe UI" panose="020B0502040204020203" pitchFamily="34" charset="0"/>
                <a:cs typeface="Segoe UI" panose="020B0502040204020203" pitchFamily="34" charset="0"/>
              </a:rPr>
              <a:t>Uniform</a:t>
            </a:r>
            <a:r>
              <a:rPr lang="es-CO" sz="1400" i="1" dirty="0">
                <a:solidFill>
                  <a:schemeClr val="bg1">
                    <a:lumMod val="25000"/>
                  </a:schemeClr>
                </a:solidFill>
                <a:latin typeface="Segoe UI" panose="020B0502040204020203" pitchFamily="34" charset="0"/>
                <a:cs typeface="Segoe UI" panose="020B0502040204020203" pitchFamily="34" charset="0"/>
              </a:rPr>
              <a:t> •</a:t>
            </a:r>
            <a:r>
              <a:rPr lang="es-CO" sz="1400" i="1" dirty="0" err="1">
                <a:solidFill>
                  <a:schemeClr val="bg1">
                    <a:lumMod val="25000"/>
                  </a:schemeClr>
                </a:solidFill>
                <a:latin typeface="Segoe UI" panose="020B0502040204020203" pitchFamily="34" charset="0"/>
                <a:cs typeface="Segoe UI" panose="020B0502040204020203" pitchFamily="34" charset="0"/>
              </a:rPr>
              <a:t>Von</a:t>
            </a:r>
            <a:r>
              <a:rPr lang="es-CO" sz="1400" i="1" dirty="0">
                <a:solidFill>
                  <a:schemeClr val="bg1">
                    <a:lumMod val="25000"/>
                  </a:schemeClr>
                </a:solidFill>
                <a:latin typeface="Segoe UI" panose="020B0502040204020203" pitchFamily="34" charset="0"/>
                <a:cs typeface="Segoe UI" panose="020B0502040204020203" pitchFamily="34" charset="0"/>
              </a:rPr>
              <a:t> Mises •</a:t>
            </a:r>
            <a:r>
              <a:rPr lang="es-CO" sz="1400" i="1" dirty="0" err="1">
                <a:solidFill>
                  <a:schemeClr val="bg1">
                    <a:lumMod val="25000"/>
                  </a:schemeClr>
                </a:solidFill>
                <a:latin typeface="Segoe UI" panose="020B0502040204020203" pitchFamily="34" charset="0"/>
                <a:cs typeface="Segoe UI" panose="020B0502040204020203" pitchFamily="34" charset="0"/>
              </a:rPr>
              <a:t>Von</a:t>
            </a:r>
            <a:r>
              <a:rPr lang="es-CO" sz="1400" i="1" dirty="0">
                <a:solidFill>
                  <a:schemeClr val="bg1">
                    <a:lumMod val="25000"/>
                  </a:schemeClr>
                </a:solidFill>
                <a:latin typeface="Segoe UI" panose="020B0502040204020203" pitchFamily="34" charset="0"/>
                <a:cs typeface="Segoe UI" panose="020B0502040204020203" pitchFamily="34" charset="0"/>
              </a:rPr>
              <a:t> Mises line •Wald •Weibull </a:t>
            </a:r>
            <a:r>
              <a:rPr lang="es-CO" sz="1400" i="1" dirty="0" err="1">
                <a:solidFill>
                  <a:schemeClr val="bg1">
                    <a:lumMod val="25000"/>
                  </a:schemeClr>
                </a:solidFill>
                <a:latin typeface="Segoe UI" panose="020B0502040204020203" pitchFamily="34" charset="0"/>
                <a:cs typeface="Segoe UI" panose="020B0502040204020203" pitchFamily="34" charset="0"/>
              </a:rPr>
              <a:t>maximum</a:t>
            </a:r>
            <a:r>
              <a:rPr lang="es-CO" sz="1400" i="1" dirty="0">
                <a:solidFill>
                  <a:schemeClr val="bg1">
                    <a:lumMod val="25000"/>
                  </a:schemeClr>
                </a:solidFill>
                <a:latin typeface="Segoe UI" panose="020B0502040204020203" pitchFamily="34" charset="0"/>
                <a:cs typeface="Segoe UI" panose="020B0502040204020203" pitchFamily="34" charset="0"/>
              </a:rPr>
              <a:t> •Weibull </a:t>
            </a:r>
            <a:r>
              <a:rPr lang="es-CO" sz="1400" i="1" dirty="0" err="1">
                <a:solidFill>
                  <a:schemeClr val="bg1">
                    <a:lumMod val="25000"/>
                  </a:schemeClr>
                </a:solidFill>
                <a:latin typeface="Segoe UI" panose="020B0502040204020203" pitchFamily="34" charset="0"/>
                <a:cs typeface="Segoe UI" panose="020B0502040204020203" pitchFamily="34" charset="0"/>
              </a:rPr>
              <a:t>minimum</a:t>
            </a:r>
            <a:r>
              <a:rPr lang="es-CO" sz="1400" i="1" dirty="0">
                <a:solidFill>
                  <a:schemeClr val="bg1">
                    <a:lumMod val="25000"/>
                  </a:schemeClr>
                </a:solidFill>
                <a:latin typeface="Segoe UI" panose="020B0502040204020203" pitchFamily="34" charset="0"/>
                <a:cs typeface="Segoe UI" panose="020B0502040204020203" pitchFamily="34" charset="0"/>
              </a:rPr>
              <a:t> •</a:t>
            </a:r>
            <a:r>
              <a:rPr lang="es-CO" sz="1400" i="1" dirty="0" err="1">
                <a:solidFill>
                  <a:schemeClr val="bg1">
                    <a:lumMod val="25000"/>
                  </a:schemeClr>
                </a:solidFill>
                <a:latin typeface="Segoe UI" panose="020B0502040204020203" pitchFamily="34" charset="0"/>
                <a:cs typeface="Segoe UI" panose="020B0502040204020203" pitchFamily="34" charset="0"/>
              </a:rPr>
              <a:t>Wrapped</a:t>
            </a:r>
            <a:r>
              <a:rPr lang="es-CO" sz="1400" i="1" dirty="0">
                <a:solidFill>
                  <a:schemeClr val="bg1">
                    <a:lumMod val="25000"/>
                  </a:schemeClr>
                </a:solidFill>
                <a:latin typeface="Segoe UI" panose="020B0502040204020203" pitchFamily="34" charset="0"/>
                <a:cs typeface="Segoe UI" panose="020B0502040204020203" pitchFamily="34" charset="0"/>
              </a:rPr>
              <a:t> Cauchy.</a:t>
            </a:r>
            <a:endParaRPr lang="es-CO" sz="1600" i="1" dirty="0">
              <a:solidFill>
                <a:schemeClr val="bg1">
                  <a:lumMod val="25000"/>
                </a:schemeClr>
              </a:solidFill>
              <a:latin typeface="Segoe UI" panose="020B0502040204020203" pitchFamily="34" charset="0"/>
              <a:cs typeface="Segoe UI" panose="020B0502040204020203" pitchFamily="34" charset="0"/>
            </a:endParaRPr>
          </a:p>
        </p:txBody>
      </p:sp>
      <p:sp>
        <p:nvSpPr>
          <p:cNvPr id="4" name="TextBox 3">
            <a:extLst>
              <a:ext uri="{FF2B5EF4-FFF2-40B4-BE49-F238E27FC236}">
                <a16:creationId xmlns:a16="http://schemas.microsoft.com/office/drawing/2014/main" id="{A18023CD-C128-65DC-D3F6-E1AF7FC97B86}"/>
              </a:ext>
            </a:extLst>
          </p:cNvPr>
          <p:cNvSpPr txBox="1"/>
          <p:nvPr/>
        </p:nvSpPr>
        <p:spPr>
          <a:xfrm>
            <a:off x="0" y="6581001"/>
            <a:ext cx="12192000" cy="276999"/>
          </a:xfrm>
          <a:prstGeom prst="rect">
            <a:avLst/>
          </a:prstGeom>
          <a:noFill/>
        </p:spPr>
        <p:txBody>
          <a:bodyPr wrap="square">
            <a:spAutoFit/>
          </a:bodyPr>
          <a:lstStyle/>
          <a:p>
            <a:r>
              <a:rPr lang="es-CO" sz="1200" dirty="0">
                <a:solidFill>
                  <a:schemeClr val="bg1">
                    <a:lumMod val="50000"/>
                  </a:schemeClr>
                </a:solidFill>
                <a:latin typeface="+mj-lt"/>
                <a:cs typeface="Segoe UI" panose="020B0502040204020203" pitchFamily="34" charset="0"/>
              </a:rPr>
              <a:t>Estudio y Análisis de la Precipitación Máxima en 24 Horas (Pmax24h) en la Red de Estaciones Climatológicas Automáticas de Colombia</a:t>
            </a:r>
          </a:p>
        </p:txBody>
      </p:sp>
      <p:pic>
        <p:nvPicPr>
          <p:cNvPr id="6" name="Picture 5">
            <a:extLst>
              <a:ext uri="{FF2B5EF4-FFF2-40B4-BE49-F238E27FC236}">
                <a16:creationId xmlns:a16="http://schemas.microsoft.com/office/drawing/2014/main" id="{378582C4-DC5B-4F63-CAA3-E74E09409F59}"/>
              </a:ext>
            </a:extLst>
          </p:cNvPr>
          <p:cNvPicPr>
            <a:picLocks noChangeAspect="1"/>
          </p:cNvPicPr>
          <p:nvPr/>
        </p:nvPicPr>
        <p:blipFill>
          <a:blip r:embed="rId3"/>
          <a:srcRect l="8826" r="14692" b="35436"/>
          <a:stretch>
            <a:fillRect/>
          </a:stretch>
        </p:blipFill>
        <p:spPr>
          <a:xfrm>
            <a:off x="10270419" y="1900235"/>
            <a:ext cx="1608885" cy="1509712"/>
          </a:xfrm>
          <a:prstGeom prst="rect">
            <a:avLst/>
          </a:prstGeom>
        </p:spPr>
      </p:pic>
      <p:pic>
        <p:nvPicPr>
          <p:cNvPr id="9" name="Graphic 8">
            <a:extLst>
              <a:ext uri="{FF2B5EF4-FFF2-40B4-BE49-F238E27FC236}">
                <a16:creationId xmlns:a16="http://schemas.microsoft.com/office/drawing/2014/main" id="{6919065B-9D35-6AA0-1C02-F990E4BDA86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269037" y="3720901"/>
            <a:ext cx="1606557" cy="1606557"/>
          </a:xfrm>
          <a:prstGeom prst="rect">
            <a:avLst/>
          </a:prstGeom>
        </p:spPr>
      </p:pic>
    </p:spTree>
    <p:extLst>
      <p:ext uri="{BB962C8B-B14F-4D97-AF65-F5344CB8AC3E}">
        <p14:creationId xmlns:p14="http://schemas.microsoft.com/office/powerpoint/2010/main" val="33506638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F2830F-2333-D67C-03FA-F4A9D84430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E27DA0-3BBC-69D0-962E-EB73A29EB282}"/>
              </a:ext>
            </a:extLst>
          </p:cNvPr>
          <p:cNvSpPr>
            <a:spLocks noGrp="1"/>
          </p:cNvSpPr>
          <p:nvPr>
            <p:ph type="title"/>
          </p:nvPr>
        </p:nvSpPr>
        <p:spPr>
          <a:xfrm>
            <a:off x="191184" y="385894"/>
            <a:ext cx="6504891" cy="6067165"/>
          </a:xfrm>
        </p:spPr>
        <p:txBody>
          <a:bodyPr anchor="t" anchorCtr="0">
            <a:noAutofit/>
          </a:bodyPr>
          <a:lstStyle/>
          <a:p>
            <a:r>
              <a:rPr lang="es-CO" sz="3200" b="1" dirty="0" err="1">
                <a:solidFill>
                  <a:schemeClr val="bg1">
                    <a:lumMod val="25000"/>
                  </a:schemeClr>
                </a:solidFill>
                <a:latin typeface="Segoe UI" panose="020B0502040204020203" pitchFamily="34" charset="0"/>
                <a:cs typeface="Segoe UI" panose="020B0502040204020203" pitchFamily="34" charset="0"/>
              </a:rPr>
              <a:t>Funciónes</a:t>
            </a:r>
            <a:r>
              <a:rPr lang="es-CO" sz="3200" b="1" dirty="0">
                <a:solidFill>
                  <a:schemeClr val="bg1">
                    <a:lumMod val="25000"/>
                  </a:schemeClr>
                </a:solidFill>
                <a:latin typeface="Segoe UI" panose="020B0502040204020203" pitchFamily="34" charset="0"/>
                <a:cs typeface="Segoe UI" panose="020B0502040204020203" pitchFamily="34" charset="0"/>
              </a:rPr>
              <a:t> de Distribución Empíricas (EDF)</a:t>
            </a:r>
            <a:r>
              <a:rPr lang="es-CO" sz="3200" dirty="0">
                <a:solidFill>
                  <a:schemeClr val="bg1">
                    <a:lumMod val="25000"/>
                  </a:schemeClr>
                </a:solidFill>
                <a:latin typeface="Segoe UI" panose="020B0502040204020203" pitchFamily="34" charset="0"/>
                <a:cs typeface="Segoe UI" panose="020B0502040204020203" pitchFamily="34" charset="0"/>
              </a:rPr>
              <a:t> </a:t>
            </a:r>
            <a:r>
              <a:rPr lang="es-CO" sz="2000" dirty="0">
                <a:solidFill>
                  <a:schemeClr val="bg1">
                    <a:lumMod val="25000"/>
                  </a:schemeClr>
                </a:solidFill>
                <a:latin typeface="Segoe UI" panose="020B0502040204020203" pitchFamily="34" charset="0"/>
                <a:cs typeface="Segoe UI" panose="020B0502040204020203" pitchFamily="34" charset="0"/>
              </a:rPr>
              <a:t>(12 evaluadas)</a:t>
            </a:r>
            <a:br>
              <a:rPr lang="es-CO" sz="3200" dirty="0">
                <a:solidFill>
                  <a:schemeClr val="bg1">
                    <a:lumMod val="25000"/>
                  </a:schemeClr>
                </a:solidFill>
                <a:latin typeface="Segoe UI" panose="020B0502040204020203" pitchFamily="34" charset="0"/>
                <a:cs typeface="Segoe UI" panose="020B0502040204020203" pitchFamily="34" charset="0"/>
              </a:rPr>
            </a:br>
            <a:r>
              <a:rPr lang="es-CO" sz="2000" dirty="0">
                <a:solidFill>
                  <a:schemeClr val="bg1">
                    <a:lumMod val="25000"/>
                  </a:schemeClr>
                </a:solidFill>
                <a:latin typeface="Segoe UI" panose="020B0502040204020203" pitchFamily="34" charset="0"/>
                <a:cs typeface="Segoe UI" panose="020B0502040204020203" pitchFamily="34" charset="0"/>
              </a:rPr>
              <a:t> </a:t>
            </a:r>
            <a:br>
              <a:rPr lang="es-CO" sz="3200" dirty="0">
                <a:solidFill>
                  <a:schemeClr val="bg1">
                    <a:lumMod val="25000"/>
                  </a:schemeClr>
                </a:solidFill>
                <a:latin typeface="Segoe UI" panose="020B0502040204020203" pitchFamily="34" charset="0"/>
                <a:cs typeface="Segoe UI" panose="020B0502040204020203" pitchFamily="34" charset="0"/>
              </a:rPr>
            </a:br>
            <a:r>
              <a:rPr lang="es-CO" sz="3200" dirty="0">
                <a:solidFill>
                  <a:schemeClr val="bg1">
                    <a:lumMod val="25000"/>
                  </a:schemeClr>
                </a:solidFill>
                <a:latin typeface="Segoe UI" panose="020B0502040204020203" pitchFamily="34" charset="0"/>
                <a:cs typeface="Segoe UI" panose="020B0502040204020203" pitchFamily="34" charset="0"/>
              </a:rPr>
              <a:t>Es una estimación escalonada de una verdadera Función de Distribución Acumulada (CDF) basada en datos de muestra observados, que representa la proporción de puntos de datos menores o iguales a un valor dado.</a:t>
            </a:r>
            <a:br>
              <a:rPr lang="es-CO" sz="3200" dirty="0">
                <a:solidFill>
                  <a:schemeClr val="bg1">
                    <a:lumMod val="25000"/>
                  </a:schemeClr>
                </a:solidFill>
                <a:latin typeface="Segoe UI" panose="020B0502040204020203" pitchFamily="34" charset="0"/>
                <a:cs typeface="Segoe UI" panose="020B0502040204020203" pitchFamily="34" charset="0"/>
              </a:rPr>
            </a:br>
            <a:r>
              <a:rPr lang="es-CO" sz="1800" dirty="0">
                <a:solidFill>
                  <a:schemeClr val="bg1">
                    <a:lumMod val="25000"/>
                  </a:schemeClr>
                </a:solidFill>
                <a:latin typeface="Segoe UI" panose="020B0502040204020203" pitchFamily="34" charset="0"/>
                <a:cs typeface="Segoe UI" panose="020B0502040204020203" pitchFamily="34" charset="0"/>
              </a:rPr>
              <a:t> </a:t>
            </a:r>
            <a:br>
              <a:rPr lang="es-CO" sz="3200" dirty="0">
                <a:solidFill>
                  <a:schemeClr val="bg1">
                    <a:lumMod val="25000"/>
                  </a:schemeClr>
                </a:solidFill>
                <a:latin typeface="Segoe UI" panose="020B0502040204020203" pitchFamily="34" charset="0"/>
                <a:cs typeface="Segoe UI" panose="020B0502040204020203" pitchFamily="34" charset="0"/>
              </a:rPr>
            </a:br>
            <a:r>
              <a:rPr lang="es-CO" sz="2400" dirty="0">
                <a:solidFill>
                  <a:schemeClr val="bg1">
                    <a:lumMod val="25000"/>
                  </a:schemeClr>
                </a:solidFill>
                <a:latin typeface="Segoe UI" panose="020B0502040204020203" pitchFamily="34" charset="0"/>
                <a:cs typeface="Segoe UI" panose="020B0502040204020203" pitchFamily="34" charset="0"/>
              </a:rPr>
              <a:t>Se calcula con el tamaño total de la muestra (</a:t>
            </a:r>
            <a:r>
              <a:rPr lang="es-CO" sz="2400" i="1" dirty="0">
                <a:solidFill>
                  <a:schemeClr val="bg1">
                    <a:lumMod val="25000"/>
                  </a:schemeClr>
                </a:solidFill>
                <a:latin typeface="Segoe UI" panose="020B0502040204020203" pitchFamily="34" charset="0"/>
                <a:cs typeface="Segoe UI" panose="020B0502040204020203" pitchFamily="34" charset="0"/>
              </a:rPr>
              <a:t>n</a:t>
            </a:r>
            <a:r>
              <a:rPr lang="es-CO" sz="2400" dirty="0">
                <a:solidFill>
                  <a:schemeClr val="bg1">
                    <a:lumMod val="25000"/>
                  </a:schemeClr>
                </a:solidFill>
                <a:latin typeface="Segoe UI" panose="020B0502040204020203" pitchFamily="34" charset="0"/>
                <a:cs typeface="Segoe UI" panose="020B0502040204020203" pitchFamily="34" charset="0"/>
              </a:rPr>
              <a:t>) y el parámetro o número de orden (</a:t>
            </a:r>
            <a:r>
              <a:rPr lang="es-CO" sz="2400" i="1" dirty="0">
                <a:solidFill>
                  <a:schemeClr val="bg1">
                    <a:lumMod val="25000"/>
                  </a:schemeClr>
                </a:solidFill>
                <a:latin typeface="Segoe UI" panose="020B0502040204020203" pitchFamily="34" charset="0"/>
                <a:cs typeface="Segoe UI" panose="020B0502040204020203" pitchFamily="34" charset="0"/>
              </a:rPr>
              <a:t>m</a:t>
            </a:r>
            <a:r>
              <a:rPr lang="es-CO" sz="2400" dirty="0">
                <a:solidFill>
                  <a:schemeClr val="bg1">
                    <a:lumMod val="25000"/>
                  </a:schemeClr>
                </a:solidFill>
                <a:latin typeface="Segoe UI" panose="020B0502040204020203" pitchFamily="34" charset="0"/>
                <a:cs typeface="Segoe UI" panose="020B0502040204020203" pitchFamily="34" charset="0"/>
              </a:rPr>
              <a:t>) de cada dato, que significa la posición de </a:t>
            </a:r>
            <a:r>
              <a:rPr lang="es-CO" sz="2400" i="1" dirty="0">
                <a:solidFill>
                  <a:schemeClr val="bg1">
                    <a:lumMod val="25000"/>
                  </a:schemeClr>
                </a:solidFill>
                <a:latin typeface="Segoe UI" panose="020B0502040204020203" pitchFamily="34" charset="0"/>
                <a:cs typeface="Segoe UI" panose="020B0502040204020203" pitchFamily="34" charset="0"/>
              </a:rPr>
              <a:t>x</a:t>
            </a:r>
            <a:r>
              <a:rPr lang="es-CO" sz="2400" dirty="0">
                <a:solidFill>
                  <a:schemeClr val="bg1">
                    <a:lumMod val="25000"/>
                  </a:schemeClr>
                </a:solidFill>
                <a:latin typeface="Segoe UI" panose="020B0502040204020203" pitchFamily="34" charset="0"/>
                <a:cs typeface="Segoe UI" panose="020B0502040204020203" pitchFamily="34" charset="0"/>
              </a:rPr>
              <a:t> valores en una lista de orden ascendente</a:t>
            </a:r>
            <a:r>
              <a:rPr lang="es-CO" sz="1800" dirty="0">
                <a:solidFill>
                  <a:schemeClr val="bg1">
                    <a:lumMod val="25000"/>
                  </a:schemeClr>
                </a:solidFill>
                <a:latin typeface="Segoe UI" panose="020B0502040204020203" pitchFamily="34" charset="0"/>
                <a:cs typeface="Segoe UI" panose="020B0502040204020203" pitchFamily="34" charset="0"/>
              </a:rPr>
              <a:t>.</a:t>
            </a:r>
            <a:endParaRPr lang="es-CO" sz="1600" i="1" dirty="0">
              <a:solidFill>
                <a:schemeClr val="bg1">
                  <a:lumMod val="25000"/>
                </a:schemeClr>
              </a:solidFill>
              <a:latin typeface="Segoe UI" panose="020B0502040204020203" pitchFamily="34" charset="0"/>
              <a:cs typeface="Segoe UI" panose="020B0502040204020203" pitchFamily="34" charset="0"/>
            </a:endParaRPr>
          </a:p>
        </p:txBody>
      </p:sp>
      <p:sp>
        <p:nvSpPr>
          <p:cNvPr id="4" name="TextBox 3">
            <a:extLst>
              <a:ext uri="{FF2B5EF4-FFF2-40B4-BE49-F238E27FC236}">
                <a16:creationId xmlns:a16="http://schemas.microsoft.com/office/drawing/2014/main" id="{809DEABC-2DD9-A375-9719-0D3C3B4B6505}"/>
              </a:ext>
            </a:extLst>
          </p:cNvPr>
          <p:cNvSpPr txBox="1"/>
          <p:nvPr/>
        </p:nvSpPr>
        <p:spPr>
          <a:xfrm>
            <a:off x="0" y="6581001"/>
            <a:ext cx="12192000" cy="276999"/>
          </a:xfrm>
          <a:prstGeom prst="rect">
            <a:avLst/>
          </a:prstGeom>
          <a:noFill/>
        </p:spPr>
        <p:txBody>
          <a:bodyPr wrap="square">
            <a:spAutoFit/>
          </a:bodyPr>
          <a:lstStyle/>
          <a:p>
            <a:r>
              <a:rPr lang="es-CO" sz="1200" dirty="0">
                <a:solidFill>
                  <a:schemeClr val="bg1">
                    <a:lumMod val="50000"/>
                  </a:schemeClr>
                </a:solidFill>
                <a:latin typeface="+mj-lt"/>
                <a:cs typeface="Segoe UI" panose="020B0502040204020203" pitchFamily="34" charset="0"/>
              </a:rPr>
              <a:t>Estudio y Análisis de la Precipitación Máxima en 24 Horas (Pmax24h) en la Red de Estaciones Climatológicas Automáticas de Colombia</a:t>
            </a:r>
          </a:p>
        </p:txBody>
      </p:sp>
      <p:graphicFrame>
        <p:nvGraphicFramePr>
          <p:cNvPr id="3" name="Table 2">
            <a:extLst>
              <a:ext uri="{FF2B5EF4-FFF2-40B4-BE49-F238E27FC236}">
                <a16:creationId xmlns:a16="http://schemas.microsoft.com/office/drawing/2014/main" id="{E35C22F3-6E25-742C-4858-06FA14CEDA43}"/>
              </a:ext>
            </a:extLst>
          </p:cNvPr>
          <p:cNvGraphicFramePr>
            <a:graphicFrameLocks noGrp="1"/>
          </p:cNvGraphicFramePr>
          <p:nvPr>
            <p:extLst>
              <p:ext uri="{D42A27DB-BD31-4B8C-83A1-F6EECF244321}">
                <p14:modId xmlns:p14="http://schemas.microsoft.com/office/powerpoint/2010/main" val="2069134970"/>
              </p:ext>
            </p:extLst>
          </p:nvPr>
        </p:nvGraphicFramePr>
        <p:xfrm>
          <a:off x="6767512" y="457264"/>
          <a:ext cx="5162551" cy="5943471"/>
        </p:xfrm>
        <a:graphic>
          <a:graphicData uri="http://schemas.openxmlformats.org/drawingml/2006/table">
            <a:tbl>
              <a:tblPr firstRow="1" firstCol="1" bandRow="1">
                <a:tableStyleId>{7DF18680-E054-41AD-8BC1-D1AEF772440D}</a:tableStyleId>
              </a:tblPr>
              <a:tblGrid>
                <a:gridCol w="1819275">
                  <a:extLst>
                    <a:ext uri="{9D8B030D-6E8A-4147-A177-3AD203B41FA5}">
                      <a16:colId xmlns:a16="http://schemas.microsoft.com/office/drawing/2014/main" val="3370971528"/>
                    </a:ext>
                  </a:extLst>
                </a:gridCol>
                <a:gridCol w="652463">
                  <a:extLst>
                    <a:ext uri="{9D8B030D-6E8A-4147-A177-3AD203B41FA5}">
                      <a16:colId xmlns:a16="http://schemas.microsoft.com/office/drawing/2014/main" val="2861348791"/>
                    </a:ext>
                  </a:extLst>
                </a:gridCol>
                <a:gridCol w="2690813">
                  <a:extLst>
                    <a:ext uri="{9D8B030D-6E8A-4147-A177-3AD203B41FA5}">
                      <a16:colId xmlns:a16="http://schemas.microsoft.com/office/drawing/2014/main" val="2186664698"/>
                    </a:ext>
                  </a:extLst>
                </a:gridCol>
              </a:tblGrid>
              <a:tr h="451893">
                <a:tc>
                  <a:txBody>
                    <a:bodyPr/>
                    <a:lstStyle/>
                    <a:p>
                      <a:pPr algn="ctr">
                        <a:lnSpc>
                          <a:spcPct val="107000"/>
                        </a:lnSpc>
                        <a:buNone/>
                      </a:pPr>
                      <a:r>
                        <a:rPr lang="es-CO" sz="1600" b="0" dirty="0">
                          <a:effectLst/>
                          <a:latin typeface="Segoe UI" panose="020B0502040204020203" pitchFamily="34" charset="0"/>
                          <a:cs typeface="Segoe UI" panose="020B0502040204020203" pitchFamily="34" charset="0"/>
                        </a:rPr>
                        <a:t>EDF</a:t>
                      </a:r>
                      <a:endParaRPr lang="es-CO" sz="1600" b="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a:effectLst/>
                          <a:latin typeface="Segoe UI" panose="020B0502040204020203" pitchFamily="34" charset="0"/>
                          <a:cs typeface="Segoe UI" panose="020B0502040204020203" pitchFamily="34" charset="0"/>
                        </a:rPr>
                        <a:t>Año</a:t>
                      </a:r>
                      <a:endParaRPr lang="es-CO" sz="1600" b="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dirty="0">
                          <a:effectLst/>
                          <a:latin typeface="Segoe UI" panose="020B0502040204020203" pitchFamily="34" charset="0"/>
                          <a:cs typeface="Segoe UI" panose="020B0502040204020203" pitchFamily="34" charset="0"/>
                        </a:rPr>
                        <a:t>Ecuación</a:t>
                      </a:r>
                      <a:endParaRPr lang="es-CO" sz="1600" b="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extLst>
                  <a:ext uri="{0D108BD9-81ED-4DB2-BD59-A6C34878D82A}">
                    <a16:rowId xmlns:a16="http://schemas.microsoft.com/office/drawing/2014/main" val="3690405358"/>
                  </a:ext>
                </a:extLst>
              </a:tr>
              <a:tr h="451893">
                <a:tc>
                  <a:txBody>
                    <a:bodyPr/>
                    <a:lstStyle/>
                    <a:p>
                      <a:pPr algn="ctr">
                        <a:lnSpc>
                          <a:spcPct val="107000"/>
                        </a:lnSpc>
                        <a:buNone/>
                      </a:pPr>
                      <a:r>
                        <a:rPr lang="es-CO" sz="1600" b="0" dirty="0">
                          <a:effectLst/>
                          <a:latin typeface="Segoe UI" panose="020B0502040204020203" pitchFamily="34" charset="0"/>
                          <a:cs typeface="Segoe UI" panose="020B0502040204020203" pitchFamily="34" charset="0"/>
                        </a:rPr>
                        <a:t>EDF California</a:t>
                      </a:r>
                      <a:endParaRPr lang="es-CO" sz="1600" b="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a:effectLst/>
                          <a:latin typeface="Segoe UI" panose="020B0502040204020203" pitchFamily="34" charset="0"/>
                          <a:cs typeface="Segoe UI" panose="020B0502040204020203" pitchFamily="34" charset="0"/>
                        </a:rPr>
                        <a:t>1923</a:t>
                      </a:r>
                      <a:endParaRPr lang="es-CO" sz="1600" b="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dirty="0">
                          <a:effectLst/>
                          <a:latin typeface="Segoe UI" panose="020B0502040204020203" pitchFamily="34" charset="0"/>
                          <a:cs typeface="Segoe UI" panose="020B0502040204020203" pitchFamily="34" charset="0"/>
                        </a:rPr>
                        <a:t>P=m/n</a:t>
                      </a:r>
                    </a:p>
                  </a:txBody>
                  <a:tcPr marL="39499" marR="39499" marT="0" marB="0" anchor="ctr"/>
                </a:tc>
                <a:extLst>
                  <a:ext uri="{0D108BD9-81ED-4DB2-BD59-A6C34878D82A}">
                    <a16:rowId xmlns:a16="http://schemas.microsoft.com/office/drawing/2014/main" val="910157287"/>
                  </a:ext>
                </a:extLst>
              </a:tr>
              <a:tr h="451893">
                <a:tc>
                  <a:txBody>
                    <a:bodyPr/>
                    <a:lstStyle/>
                    <a:p>
                      <a:pPr algn="ctr">
                        <a:lnSpc>
                          <a:spcPct val="107000"/>
                        </a:lnSpc>
                        <a:buNone/>
                      </a:pPr>
                      <a:r>
                        <a:rPr lang="es-CO" sz="1600" b="0" dirty="0">
                          <a:effectLst/>
                          <a:latin typeface="Segoe UI" panose="020B0502040204020203" pitchFamily="34" charset="0"/>
                          <a:cs typeface="Segoe UI" panose="020B0502040204020203" pitchFamily="34" charset="0"/>
                        </a:rPr>
                        <a:t>EDF Hazen</a:t>
                      </a:r>
                      <a:endParaRPr lang="es-CO" sz="1600" b="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a:effectLst/>
                          <a:latin typeface="Segoe UI" panose="020B0502040204020203" pitchFamily="34" charset="0"/>
                          <a:cs typeface="Segoe UI" panose="020B0502040204020203" pitchFamily="34" charset="0"/>
                        </a:rPr>
                        <a:t>1930</a:t>
                      </a:r>
                      <a:endParaRPr lang="es-CO" sz="1600" b="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dirty="0">
                          <a:effectLst/>
                          <a:latin typeface="Segoe UI" panose="020B0502040204020203" pitchFamily="34" charset="0"/>
                          <a:cs typeface="Segoe UI" panose="020B0502040204020203" pitchFamily="34" charset="0"/>
                        </a:rPr>
                        <a:t>P=(m−0.5)/n</a:t>
                      </a:r>
                    </a:p>
                  </a:txBody>
                  <a:tcPr marL="39499" marR="39499" marT="0" marB="0" anchor="ctr"/>
                </a:tc>
                <a:extLst>
                  <a:ext uri="{0D108BD9-81ED-4DB2-BD59-A6C34878D82A}">
                    <a16:rowId xmlns:a16="http://schemas.microsoft.com/office/drawing/2014/main" val="1755352067"/>
                  </a:ext>
                </a:extLst>
              </a:tr>
              <a:tr h="451893">
                <a:tc>
                  <a:txBody>
                    <a:bodyPr/>
                    <a:lstStyle/>
                    <a:p>
                      <a:pPr algn="ctr">
                        <a:lnSpc>
                          <a:spcPct val="107000"/>
                        </a:lnSpc>
                        <a:buNone/>
                      </a:pPr>
                      <a:r>
                        <a:rPr lang="es-CO" sz="1600" b="0">
                          <a:effectLst/>
                          <a:latin typeface="Segoe UI" panose="020B0502040204020203" pitchFamily="34" charset="0"/>
                          <a:cs typeface="Segoe UI" panose="020B0502040204020203" pitchFamily="34" charset="0"/>
                        </a:rPr>
                        <a:t>EDF Weibull</a:t>
                      </a:r>
                      <a:endParaRPr lang="es-CO" sz="1600" b="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a:effectLst/>
                          <a:latin typeface="Segoe UI" panose="020B0502040204020203" pitchFamily="34" charset="0"/>
                          <a:cs typeface="Segoe UI" panose="020B0502040204020203" pitchFamily="34" charset="0"/>
                        </a:rPr>
                        <a:t>1939</a:t>
                      </a:r>
                      <a:endParaRPr lang="es-CO" sz="1600" b="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dirty="0">
                          <a:effectLst/>
                          <a:latin typeface="Segoe UI" panose="020B0502040204020203" pitchFamily="34" charset="0"/>
                          <a:cs typeface="Segoe UI" panose="020B0502040204020203" pitchFamily="34" charset="0"/>
                        </a:rPr>
                        <a:t>P=m/(n+1)</a:t>
                      </a:r>
                    </a:p>
                  </a:txBody>
                  <a:tcPr marL="39499" marR="39499" marT="0" marB="0" anchor="ctr"/>
                </a:tc>
                <a:extLst>
                  <a:ext uri="{0D108BD9-81ED-4DB2-BD59-A6C34878D82A}">
                    <a16:rowId xmlns:a16="http://schemas.microsoft.com/office/drawing/2014/main" val="4213476926"/>
                  </a:ext>
                </a:extLst>
              </a:tr>
              <a:tr h="451893">
                <a:tc>
                  <a:txBody>
                    <a:bodyPr/>
                    <a:lstStyle/>
                    <a:p>
                      <a:pPr algn="ctr">
                        <a:lnSpc>
                          <a:spcPct val="107000"/>
                        </a:lnSpc>
                        <a:buNone/>
                      </a:pPr>
                      <a:r>
                        <a:rPr lang="es-CO" sz="1600" b="0" dirty="0">
                          <a:effectLst/>
                          <a:latin typeface="Segoe UI" panose="020B0502040204020203" pitchFamily="34" charset="0"/>
                          <a:cs typeface="Segoe UI" panose="020B0502040204020203" pitchFamily="34" charset="0"/>
                        </a:rPr>
                        <a:t>EDF Beard</a:t>
                      </a:r>
                      <a:endParaRPr lang="es-CO" sz="1600" b="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a:effectLst/>
                          <a:latin typeface="Segoe UI" panose="020B0502040204020203" pitchFamily="34" charset="0"/>
                          <a:cs typeface="Segoe UI" panose="020B0502040204020203" pitchFamily="34" charset="0"/>
                        </a:rPr>
                        <a:t>1943</a:t>
                      </a:r>
                      <a:endParaRPr lang="es-CO" sz="1600" b="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dirty="0">
                          <a:effectLst/>
                          <a:latin typeface="Segoe UI" panose="020B0502040204020203" pitchFamily="34" charset="0"/>
                          <a:cs typeface="Segoe UI" panose="020B0502040204020203" pitchFamily="34" charset="0"/>
                        </a:rPr>
                        <a:t>P=(m−0.31)/(n+0.38)</a:t>
                      </a:r>
                    </a:p>
                  </a:txBody>
                  <a:tcPr marL="39499" marR="39499" marT="0" marB="0" anchor="ctr"/>
                </a:tc>
                <a:extLst>
                  <a:ext uri="{0D108BD9-81ED-4DB2-BD59-A6C34878D82A}">
                    <a16:rowId xmlns:a16="http://schemas.microsoft.com/office/drawing/2014/main" val="4265820257"/>
                  </a:ext>
                </a:extLst>
              </a:tr>
              <a:tr h="451893">
                <a:tc>
                  <a:txBody>
                    <a:bodyPr/>
                    <a:lstStyle/>
                    <a:p>
                      <a:pPr algn="ctr">
                        <a:lnSpc>
                          <a:spcPct val="107000"/>
                        </a:lnSpc>
                        <a:buNone/>
                      </a:pPr>
                      <a:r>
                        <a:rPr lang="es-CO" sz="1600" b="0">
                          <a:effectLst/>
                          <a:latin typeface="Segoe UI" panose="020B0502040204020203" pitchFamily="34" charset="0"/>
                          <a:cs typeface="Segoe UI" panose="020B0502040204020203" pitchFamily="34" charset="0"/>
                        </a:rPr>
                        <a:t>EDF Chegodayev</a:t>
                      </a:r>
                      <a:endParaRPr lang="es-CO" sz="1600" b="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dirty="0">
                          <a:effectLst/>
                          <a:latin typeface="Segoe UI" panose="020B0502040204020203" pitchFamily="34" charset="0"/>
                          <a:cs typeface="Segoe UI" panose="020B0502040204020203" pitchFamily="34" charset="0"/>
                        </a:rPr>
                        <a:t>1955</a:t>
                      </a:r>
                      <a:endParaRPr lang="es-CO" sz="1600" b="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dirty="0">
                          <a:effectLst/>
                          <a:latin typeface="Segoe UI" panose="020B0502040204020203" pitchFamily="34" charset="0"/>
                          <a:cs typeface="Segoe UI" panose="020B0502040204020203" pitchFamily="34" charset="0"/>
                        </a:rPr>
                        <a:t>P=(m−b)/(n+1−2b)</a:t>
                      </a:r>
                    </a:p>
                  </a:txBody>
                  <a:tcPr marL="39499" marR="39499" marT="0" marB="0" anchor="ctr"/>
                </a:tc>
                <a:extLst>
                  <a:ext uri="{0D108BD9-81ED-4DB2-BD59-A6C34878D82A}">
                    <a16:rowId xmlns:a16="http://schemas.microsoft.com/office/drawing/2014/main" val="274835038"/>
                  </a:ext>
                </a:extLst>
              </a:tr>
              <a:tr h="451893">
                <a:tc>
                  <a:txBody>
                    <a:bodyPr/>
                    <a:lstStyle/>
                    <a:p>
                      <a:pPr algn="ctr">
                        <a:lnSpc>
                          <a:spcPct val="107000"/>
                        </a:lnSpc>
                        <a:buNone/>
                      </a:pPr>
                      <a:r>
                        <a:rPr lang="es-CO" sz="1600" b="0">
                          <a:effectLst/>
                          <a:latin typeface="Segoe UI" panose="020B0502040204020203" pitchFamily="34" charset="0"/>
                          <a:cs typeface="Segoe UI" panose="020B0502040204020203" pitchFamily="34" charset="0"/>
                        </a:rPr>
                        <a:t>EDF Blom</a:t>
                      </a:r>
                      <a:endParaRPr lang="es-CO" sz="1600" b="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dirty="0">
                          <a:effectLst/>
                          <a:latin typeface="Segoe UI" panose="020B0502040204020203" pitchFamily="34" charset="0"/>
                          <a:cs typeface="Segoe UI" panose="020B0502040204020203" pitchFamily="34" charset="0"/>
                        </a:rPr>
                        <a:t>1958</a:t>
                      </a:r>
                      <a:endParaRPr lang="es-CO" sz="1600" b="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dirty="0">
                          <a:effectLst/>
                          <a:latin typeface="Segoe UI" panose="020B0502040204020203" pitchFamily="34" charset="0"/>
                          <a:cs typeface="Segoe UI" panose="020B0502040204020203" pitchFamily="34" charset="0"/>
                        </a:rPr>
                        <a:t>P=(m−a)/(n+1−2a)</a:t>
                      </a:r>
                    </a:p>
                  </a:txBody>
                  <a:tcPr marL="39499" marR="39499" marT="0" marB="0" anchor="ctr"/>
                </a:tc>
                <a:extLst>
                  <a:ext uri="{0D108BD9-81ED-4DB2-BD59-A6C34878D82A}">
                    <a16:rowId xmlns:a16="http://schemas.microsoft.com/office/drawing/2014/main" val="3210172692"/>
                  </a:ext>
                </a:extLst>
              </a:tr>
              <a:tr h="451893">
                <a:tc>
                  <a:txBody>
                    <a:bodyPr/>
                    <a:lstStyle/>
                    <a:p>
                      <a:pPr algn="ctr">
                        <a:lnSpc>
                          <a:spcPct val="107000"/>
                        </a:lnSpc>
                        <a:buNone/>
                      </a:pPr>
                      <a:r>
                        <a:rPr lang="es-CO" sz="1600" b="0">
                          <a:effectLst/>
                          <a:latin typeface="Segoe UI" panose="020B0502040204020203" pitchFamily="34" charset="0"/>
                          <a:cs typeface="Segoe UI" panose="020B0502040204020203" pitchFamily="34" charset="0"/>
                        </a:rPr>
                        <a:t>EDF Tukey</a:t>
                      </a:r>
                      <a:endParaRPr lang="es-CO" sz="1600" b="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a:effectLst/>
                          <a:latin typeface="Segoe UI" panose="020B0502040204020203" pitchFamily="34" charset="0"/>
                          <a:cs typeface="Segoe UI" panose="020B0502040204020203" pitchFamily="34" charset="0"/>
                        </a:rPr>
                        <a:t>1962</a:t>
                      </a:r>
                      <a:endParaRPr lang="es-CO" sz="1600" b="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dirty="0">
                          <a:effectLst/>
                          <a:latin typeface="Segoe UI" panose="020B0502040204020203" pitchFamily="34" charset="0"/>
                          <a:cs typeface="Segoe UI" panose="020B0502040204020203" pitchFamily="34" charset="0"/>
                        </a:rPr>
                        <a:t>P=(m−c)/(n+1−2c)</a:t>
                      </a:r>
                    </a:p>
                  </a:txBody>
                  <a:tcPr marL="39499" marR="39499" marT="0" marB="0" anchor="ctr"/>
                </a:tc>
                <a:extLst>
                  <a:ext uri="{0D108BD9-81ED-4DB2-BD59-A6C34878D82A}">
                    <a16:rowId xmlns:a16="http://schemas.microsoft.com/office/drawing/2014/main" val="3423518961"/>
                  </a:ext>
                </a:extLst>
              </a:tr>
              <a:tr h="451893">
                <a:tc>
                  <a:txBody>
                    <a:bodyPr/>
                    <a:lstStyle/>
                    <a:p>
                      <a:pPr algn="ctr">
                        <a:lnSpc>
                          <a:spcPct val="107000"/>
                        </a:lnSpc>
                        <a:buNone/>
                      </a:pPr>
                      <a:r>
                        <a:rPr lang="es-CO" sz="1600" b="0">
                          <a:effectLst/>
                          <a:latin typeface="Segoe UI" panose="020B0502040204020203" pitchFamily="34" charset="0"/>
                          <a:cs typeface="Segoe UI" panose="020B0502040204020203" pitchFamily="34" charset="0"/>
                        </a:rPr>
                        <a:t>EDF Gringorten</a:t>
                      </a:r>
                      <a:endParaRPr lang="es-CO" sz="1600" b="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a:effectLst/>
                          <a:latin typeface="Segoe UI" panose="020B0502040204020203" pitchFamily="34" charset="0"/>
                          <a:cs typeface="Segoe UI" panose="020B0502040204020203" pitchFamily="34" charset="0"/>
                        </a:rPr>
                        <a:t>1963</a:t>
                      </a:r>
                      <a:endParaRPr lang="es-CO" sz="1600" b="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dirty="0">
                          <a:effectLst/>
                          <a:latin typeface="Segoe UI" panose="020B0502040204020203" pitchFamily="34" charset="0"/>
                          <a:cs typeface="Segoe UI" panose="020B0502040204020203" pitchFamily="34" charset="0"/>
                        </a:rPr>
                        <a:t>P=(m−a)/(n+1−2a)</a:t>
                      </a:r>
                    </a:p>
                  </a:txBody>
                  <a:tcPr marL="39499" marR="39499" marT="0" marB="0" anchor="ctr"/>
                </a:tc>
                <a:extLst>
                  <a:ext uri="{0D108BD9-81ED-4DB2-BD59-A6C34878D82A}">
                    <a16:rowId xmlns:a16="http://schemas.microsoft.com/office/drawing/2014/main" val="1908966553"/>
                  </a:ext>
                </a:extLst>
              </a:tr>
              <a:tr h="520755">
                <a:tc>
                  <a:txBody>
                    <a:bodyPr/>
                    <a:lstStyle/>
                    <a:p>
                      <a:pPr algn="ctr">
                        <a:lnSpc>
                          <a:spcPct val="107000"/>
                        </a:lnSpc>
                        <a:buNone/>
                      </a:pPr>
                      <a:r>
                        <a:rPr lang="es-CO" sz="1600" b="0">
                          <a:effectLst/>
                          <a:latin typeface="Segoe UI" panose="020B0502040204020203" pitchFamily="34" charset="0"/>
                          <a:cs typeface="Segoe UI" panose="020B0502040204020203" pitchFamily="34" charset="0"/>
                        </a:rPr>
                        <a:t>EDF Filliben</a:t>
                      </a:r>
                      <a:endParaRPr lang="es-CO" sz="1600" b="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a:effectLst/>
                          <a:latin typeface="Segoe UI" panose="020B0502040204020203" pitchFamily="34" charset="0"/>
                          <a:cs typeface="Segoe UI" panose="020B0502040204020203" pitchFamily="34" charset="0"/>
                        </a:rPr>
                        <a:t>1975</a:t>
                      </a:r>
                      <a:endParaRPr lang="es-CO" sz="1600" b="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dirty="0">
                          <a:effectLst/>
                          <a:latin typeface="Segoe UI" panose="020B0502040204020203" pitchFamily="34" charset="0"/>
                          <a:cs typeface="Segoe UI" panose="020B0502040204020203" pitchFamily="34" charset="0"/>
                        </a:rPr>
                        <a:t>P=(m−0.3175)/(n+0.365)</a:t>
                      </a:r>
                    </a:p>
                  </a:txBody>
                  <a:tcPr marL="39499" marR="39499" marT="0" marB="0" anchor="ctr"/>
                </a:tc>
                <a:extLst>
                  <a:ext uri="{0D108BD9-81ED-4DB2-BD59-A6C34878D82A}">
                    <a16:rowId xmlns:a16="http://schemas.microsoft.com/office/drawing/2014/main" val="1101634277"/>
                  </a:ext>
                </a:extLst>
              </a:tr>
              <a:tr h="451893">
                <a:tc>
                  <a:txBody>
                    <a:bodyPr/>
                    <a:lstStyle/>
                    <a:p>
                      <a:pPr algn="ctr">
                        <a:lnSpc>
                          <a:spcPct val="107000"/>
                        </a:lnSpc>
                        <a:buNone/>
                      </a:pPr>
                      <a:r>
                        <a:rPr lang="es-CO" sz="1600" b="0">
                          <a:effectLst/>
                          <a:latin typeface="Segoe UI" panose="020B0502040204020203" pitchFamily="34" charset="0"/>
                          <a:cs typeface="Segoe UI" panose="020B0502040204020203" pitchFamily="34" charset="0"/>
                        </a:rPr>
                        <a:t>EDF Jenkinson</a:t>
                      </a:r>
                      <a:endParaRPr lang="es-CO" sz="1600" b="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a:effectLst/>
                          <a:latin typeface="Segoe UI" panose="020B0502040204020203" pitchFamily="34" charset="0"/>
                          <a:cs typeface="Segoe UI" panose="020B0502040204020203" pitchFamily="34" charset="0"/>
                        </a:rPr>
                        <a:t>1977</a:t>
                      </a:r>
                      <a:endParaRPr lang="es-CO" sz="1600" b="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dirty="0">
                          <a:effectLst/>
                          <a:latin typeface="Segoe UI" panose="020B0502040204020203" pitchFamily="34" charset="0"/>
                          <a:cs typeface="Segoe UI" panose="020B0502040204020203" pitchFamily="34" charset="0"/>
                        </a:rPr>
                        <a:t>P=(m−a)/(</a:t>
                      </a:r>
                      <a:r>
                        <a:rPr lang="es-CO" sz="1600" b="0" dirty="0" err="1">
                          <a:effectLst/>
                          <a:latin typeface="Segoe UI" panose="020B0502040204020203" pitchFamily="34" charset="0"/>
                          <a:cs typeface="Segoe UI" panose="020B0502040204020203" pitchFamily="34" charset="0"/>
                        </a:rPr>
                        <a:t>n+b</a:t>
                      </a:r>
                      <a:r>
                        <a:rPr lang="es-CO" sz="1600" b="0" dirty="0">
                          <a:effectLst/>
                          <a:latin typeface="Segoe UI" panose="020B0502040204020203" pitchFamily="34" charset="0"/>
                          <a:cs typeface="Segoe UI" panose="020B0502040204020203" pitchFamily="34" charset="0"/>
                        </a:rPr>
                        <a:t>)</a:t>
                      </a:r>
                      <a:endParaRPr lang="es-CO" sz="1600" b="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extLst>
                  <a:ext uri="{0D108BD9-81ED-4DB2-BD59-A6C34878D82A}">
                    <a16:rowId xmlns:a16="http://schemas.microsoft.com/office/drawing/2014/main" val="412965114"/>
                  </a:ext>
                </a:extLst>
              </a:tr>
              <a:tr h="451893">
                <a:tc>
                  <a:txBody>
                    <a:bodyPr/>
                    <a:lstStyle/>
                    <a:p>
                      <a:pPr algn="ctr">
                        <a:lnSpc>
                          <a:spcPct val="107000"/>
                        </a:lnSpc>
                        <a:buNone/>
                      </a:pPr>
                      <a:r>
                        <a:rPr lang="es-CO" sz="1600" b="0">
                          <a:effectLst/>
                          <a:latin typeface="Segoe UI" panose="020B0502040204020203" pitchFamily="34" charset="0"/>
                          <a:cs typeface="Segoe UI" panose="020B0502040204020203" pitchFamily="34" charset="0"/>
                        </a:rPr>
                        <a:t>EDF Cunnane</a:t>
                      </a:r>
                      <a:endParaRPr lang="es-CO" sz="1600" b="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a:effectLst/>
                          <a:latin typeface="Segoe UI" panose="020B0502040204020203" pitchFamily="34" charset="0"/>
                          <a:cs typeface="Segoe UI" panose="020B0502040204020203" pitchFamily="34" charset="0"/>
                        </a:rPr>
                        <a:t>1978</a:t>
                      </a:r>
                      <a:endParaRPr lang="es-CO" sz="1600" b="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dirty="0">
                          <a:effectLst/>
                          <a:latin typeface="Segoe UI" panose="020B0502040204020203" pitchFamily="34" charset="0"/>
                          <a:cs typeface="Segoe UI" panose="020B0502040204020203" pitchFamily="34" charset="0"/>
                        </a:rPr>
                        <a:t>P=(m−b)/(n+1−2b)</a:t>
                      </a:r>
                      <a:endParaRPr lang="es-CO" sz="1600" b="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extLst>
                  <a:ext uri="{0D108BD9-81ED-4DB2-BD59-A6C34878D82A}">
                    <a16:rowId xmlns:a16="http://schemas.microsoft.com/office/drawing/2014/main" val="3833936200"/>
                  </a:ext>
                </a:extLst>
              </a:tr>
              <a:tr h="451893">
                <a:tc>
                  <a:txBody>
                    <a:bodyPr/>
                    <a:lstStyle/>
                    <a:p>
                      <a:pPr algn="ctr">
                        <a:lnSpc>
                          <a:spcPct val="107000"/>
                        </a:lnSpc>
                        <a:buNone/>
                      </a:pPr>
                      <a:r>
                        <a:rPr lang="es-CO" sz="1600" b="0">
                          <a:effectLst/>
                          <a:latin typeface="Segoe UI" panose="020B0502040204020203" pitchFamily="34" charset="0"/>
                          <a:cs typeface="Segoe UI" panose="020B0502040204020203" pitchFamily="34" charset="0"/>
                        </a:rPr>
                        <a:t>EDF Adamowski</a:t>
                      </a:r>
                      <a:endParaRPr lang="es-CO" sz="1600" b="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a:effectLst/>
                          <a:latin typeface="Segoe UI" panose="020B0502040204020203" pitchFamily="34" charset="0"/>
                          <a:cs typeface="Segoe UI" panose="020B0502040204020203" pitchFamily="34" charset="0"/>
                        </a:rPr>
                        <a:t>1981</a:t>
                      </a:r>
                      <a:endParaRPr lang="es-CO" sz="1600" b="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dirty="0">
                          <a:effectLst/>
                          <a:latin typeface="Segoe UI" panose="020B0502040204020203" pitchFamily="34" charset="0"/>
                          <a:cs typeface="Segoe UI" panose="020B0502040204020203" pitchFamily="34" charset="0"/>
                        </a:rPr>
                        <a:t>P=(m−0.25)/(n+0.5)</a:t>
                      </a:r>
                      <a:endParaRPr lang="es-CO" sz="1600" b="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extLst>
                  <a:ext uri="{0D108BD9-81ED-4DB2-BD59-A6C34878D82A}">
                    <a16:rowId xmlns:a16="http://schemas.microsoft.com/office/drawing/2014/main" val="143140362"/>
                  </a:ext>
                </a:extLst>
              </a:tr>
            </a:tbl>
          </a:graphicData>
        </a:graphic>
      </p:graphicFrame>
    </p:spTree>
    <p:extLst>
      <p:ext uri="{BB962C8B-B14F-4D97-AF65-F5344CB8AC3E}">
        <p14:creationId xmlns:p14="http://schemas.microsoft.com/office/powerpoint/2010/main" val="25822591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B5FDC4AF-F726-3576-D296-F235E71B8340}"/>
              </a:ext>
            </a:extLst>
          </p:cNvPr>
          <p:cNvSpPr txBox="1">
            <a:spLocks/>
          </p:cNvSpPr>
          <p:nvPr/>
        </p:nvSpPr>
        <p:spPr>
          <a:xfrm>
            <a:off x="512271" y="2877646"/>
            <a:ext cx="4689241" cy="456103"/>
          </a:xfrm>
          <a:prstGeom prst="rect">
            <a:avLst/>
          </a:prstGeom>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pPr algn="ctr"/>
            <a:r>
              <a:rPr lang="es-CO" dirty="0">
                <a:solidFill>
                  <a:schemeClr val="bg1">
                    <a:lumMod val="25000"/>
                  </a:schemeClr>
                </a:solidFill>
                <a:latin typeface="Segoe UI" panose="020B0502040204020203" pitchFamily="34" charset="0"/>
                <a:ea typeface="Segoe UI Black" panose="020B0A02040204020203" pitchFamily="34" charset="0"/>
                <a:cs typeface="Segoe UI" panose="020B0502040204020203" pitchFamily="34" charset="0"/>
              </a:rPr>
              <a:t>Repositorio público </a:t>
            </a:r>
            <a:r>
              <a:rPr lang="es-CO" dirty="0" err="1">
                <a:solidFill>
                  <a:schemeClr val="bg1">
                    <a:lumMod val="25000"/>
                  </a:schemeClr>
                </a:solidFill>
                <a:latin typeface="Segoe UI" panose="020B0502040204020203" pitchFamily="34" charset="0"/>
                <a:ea typeface="Segoe UI Black" panose="020B0A02040204020203" pitchFamily="34" charset="0"/>
                <a:cs typeface="Segoe UI" panose="020B0502040204020203" pitchFamily="34" charset="0"/>
              </a:rPr>
              <a:t>GitHUB</a:t>
            </a:r>
            <a:endParaRPr lang="es-CO" dirty="0">
              <a:solidFill>
                <a:schemeClr val="bg1">
                  <a:lumMod val="25000"/>
                </a:schemeClr>
              </a:solidFill>
              <a:latin typeface="Segoe UI" panose="020B0502040204020203" pitchFamily="34" charset="0"/>
              <a:ea typeface="Segoe UI Black" panose="020B0A02040204020203" pitchFamily="34" charset="0"/>
              <a:cs typeface="Segoe UI" panose="020B0502040204020203" pitchFamily="34" charset="0"/>
            </a:endParaRPr>
          </a:p>
        </p:txBody>
      </p:sp>
      <p:sp>
        <p:nvSpPr>
          <p:cNvPr id="13" name="Rectangle: Rounded Corners 12">
            <a:extLst>
              <a:ext uri="{FF2B5EF4-FFF2-40B4-BE49-F238E27FC236}">
                <a16:creationId xmlns:a16="http://schemas.microsoft.com/office/drawing/2014/main" id="{1FF4B737-21CD-FB29-3259-B777DE69E022}"/>
              </a:ext>
            </a:extLst>
          </p:cNvPr>
          <p:cNvSpPr/>
          <p:nvPr/>
        </p:nvSpPr>
        <p:spPr>
          <a:xfrm>
            <a:off x="6243626" y="1244149"/>
            <a:ext cx="3861407" cy="3824189"/>
          </a:xfrm>
          <a:prstGeom prst="roundRect">
            <a:avLst/>
          </a:prstGeom>
          <a:blipFill>
            <a:blip r:embed="rId3"/>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dirty="0"/>
          </a:p>
        </p:txBody>
      </p:sp>
      <p:sp>
        <p:nvSpPr>
          <p:cNvPr id="3" name="TextBox 2">
            <a:extLst>
              <a:ext uri="{FF2B5EF4-FFF2-40B4-BE49-F238E27FC236}">
                <a16:creationId xmlns:a16="http://schemas.microsoft.com/office/drawing/2014/main" id="{FF6A99B3-2C5C-B0DE-EF28-AE54D1F173E3}"/>
              </a:ext>
            </a:extLst>
          </p:cNvPr>
          <p:cNvSpPr txBox="1"/>
          <p:nvPr/>
        </p:nvSpPr>
        <p:spPr>
          <a:xfrm>
            <a:off x="0" y="6581001"/>
            <a:ext cx="12192000" cy="276999"/>
          </a:xfrm>
          <a:prstGeom prst="rect">
            <a:avLst/>
          </a:prstGeom>
          <a:noFill/>
        </p:spPr>
        <p:txBody>
          <a:bodyPr wrap="square">
            <a:spAutoFit/>
          </a:bodyPr>
          <a:lstStyle/>
          <a:p>
            <a:r>
              <a:rPr lang="es-CO" sz="1200" dirty="0">
                <a:solidFill>
                  <a:schemeClr val="bg1">
                    <a:lumMod val="50000"/>
                  </a:schemeClr>
                </a:solidFill>
                <a:latin typeface="+mj-lt"/>
                <a:cs typeface="Segoe UI" panose="020B0502040204020203" pitchFamily="34" charset="0"/>
              </a:rPr>
              <a:t>Estudio y Análisis de la Precipitación Máxima en 24 Horas (Pmax24h) en la Red de Estaciones Climatológicas Automáticas de Colombia</a:t>
            </a:r>
          </a:p>
        </p:txBody>
      </p:sp>
    </p:spTree>
    <p:extLst>
      <p:ext uri="{BB962C8B-B14F-4D97-AF65-F5344CB8AC3E}">
        <p14:creationId xmlns:p14="http://schemas.microsoft.com/office/powerpoint/2010/main" val="36560040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102EE2EE-B8E1-39EE-B2B8-8463A6F31E84}"/>
              </a:ext>
            </a:extLst>
          </p:cNvPr>
          <p:cNvSpPr>
            <a:spLocks noGrp="1"/>
          </p:cNvSpPr>
          <p:nvPr>
            <p:ph type="title"/>
          </p:nvPr>
        </p:nvSpPr>
        <p:spPr>
          <a:xfrm>
            <a:off x="2871178" y="3106222"/>
            <a:ext cx="7497608" cy="645555"/>
          </a:xfrm>
        </p:spPr>
        <p:txBody>
          <a:bodyPr anchor="ctr" anchorCtr="0">
            <a:normAutofit/>
          </a:bodyPr>
          <a:lstStyle/>
          <a:p>
            <a:pPr algn="ctr"/>
            <a:r>
              <a:rPr lang="es-CO" sz="3600" b="1" dirty="0">
                <a:solidFill>
                  <a:schemeClr val="bg1">
                    <a:lumMod val="25000"/>
                  </a:schemeClr>
                </a:solidFill>
                <a:latin typeface="Segoe UI" panose="020B0502040204020203" pitchFamily="34" charset="0"/>
                <a:ea typeface="Segoe UI Black" panose="020B0A02040204020203" pitchFamily="34" charset="0"/>
                <a:cs typeface="Segoe UI" panose="020B0502040204020203" pitchFamily="34" charset="0"/>
              </a:rPr>
              <a:t>Gracias</a:t>
            </a:r>
            <a:r>
              <a:rPr lang="es-CO" sz="3600" dirty="0">
                <a:solidFill>
                  <a:schemeClr val="bg1">
                    <a:lumMod val="25000"/>
                  </a:schemeClr>
                </a:solidFill>
                <a:latin typeface="Segoe UI" panose="020B0502040204020203" pitchFamily="34" charset="0"/>
                <a:ea typeface="Segoe UI Black" panose="020B0A02040204020203" pitchFamily="34" charset="0"/>
                <a:cs typeface="Segoe UI" panose="020B0502040204020203" pitchFamily="34" charset="0"/>
              </a:rPr>
              <a:t> por su atención</a:t>
            </a:r>
            <a:endParaRPr lang="es-CO" sz="3600" b="1" dirty="0">
              <a:solidFill>
                <a:schemeClr val="bg1">
                  <a:lumMod val="25000"/>
                </a:schemeClr>
              </a:solidFill>
              <a:latin typeface="Segoe UI" panose="020B0502040204020203" pitchFamily="34" charset="0"/>
              <a:ea typeface="Segoe UI Black" panose="020B0A02040204020203" pitchFamily="34" charset="0"/>
              <a:cs typeface="Segoe UI" panose="020B0502040204020203" pitchFamily="34" charset="0"/>
            </a:endParaRPr>
          </a:p>
        </p:txBody>
      </p:sp>
      <p:pic>
        <p:nvPicPr>
          <p:cNvPr id="2" name="Graphic 3" descr="3d Glasses outline">
            <a:extLst>
              <a:ext uri="{FF2B5EF4-FFF2-40B4-BE49-F238E27FC236}">
                <a16:creationId xmlns:a16="http://schemas.microsoft.com/office/drawing/2014/main" id="{602E22E6-15C6-A382-F310-C10C68E14B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55744" y="2708999"/>
            <a:ext cx="1440000" cy="1440000"/>
          </a:xfrm>
          <a:prstGeom prst="rect">
            <a:avLst/>
          </a:prstGeom>
        </p:spPr>
      </p:pic>
    </p:spTree>
    <p:extLst>
      <p:ext uri="{BB962C8B-B14F-4D97-AF65-F5344CB8AC3E}">
        <p14:creationId xmlns:p14="http://schemas.microsoft.com/office/powerpoint/2010/main" val="2314992810"/>
      </p:ext>
    </p:extLst>
  </p:cSld>
  <p:clrMapOvr>
    <a:masterClrMapping/>
  </p:clrMapOvr>
</p:sld>
</file>

<file path=ppt/theme/theme1.xml><?xml version="1.0" encoding="utf-8"?>
<a:theme xmlns:a="http://schemas.openxmlformats.org/drawingml/2006/main" name="Tema de R.TeachingResearchGuide">
  <a:themeElements>
    <a:clrScheme name="R.TeachingResearchGuide">
      <a:dk1>
        <a:sysClr val="windowText" lastClr="000000"/>
      </a:dk1>
      <a:lt1>
        <a:srgbClr val="F8F8F8"/>
      </a:lt1>
      <a:dk2>
        <a:srgbClr val="000000"/>
      </a:dk2>
      <a:lt2>
        <a:srgbClr val="F8F8F8"/>
      </a:lt2>
      <a:accent1>
        <a:srgbClr val="DDDDDD"/>
      </a:accent1>
      <a:accent2>
        <a:srgbClr val="B2B2B2"/>
      </a:accent2>
      <a:accent3>
        <a:srgbClr val="969696"/>
      </a:accent3>
      <a:accent4>
        <a:srgbClr val="808080"/>
      </a:accent4>
      <a:accent5>
        <a:srgbClr val="5F5F5F"/>
      </a:accent5>
      <a:accent6>
        <a:srgbClr val="4D4D4D"/>
      </a:accent6>
      <a:hlink>
        <a:srgbClr val="990000"/>
      </a:hlink>
      <a:folHlink>
        <a:srgbClr val="919191"/>
      </a:folHlink>
    </a:clrScheme>
    <a:fontScheme name="R.TeachingResearchGuide">
      <a:majorFont>
        <a:latin typeface="Segoe UI Light"/>
        <a:ea typeface=""/>
        <a:cs typeface=""/>
      </a:majorFont>
      <a:minorFont>
        <a:latin typeface="Segoe UI Light"/>
        <a:ea typeface=""/>
        <a:cs typeface=""/>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lantilla" id="{5A35A6FC-B87C-4B67-9B88-2A7DF7702ABE}" vid="{05B25DEA-0386-406F-A99F-5BE9D4B84DC6}"/>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Cambria-Calibri">
      <a:majorFont>
        <a:latin typeface="Cambria" panose="0204050305040603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9TopShadow">
      <a:fillStyleLst>
        <a:solidFill>
          <a:schemeClr val="phClr"/>
        </a:solidFill>
        <a:gradFill rotWithShape="1">
          <a:gsLst>
            <a:gs pos="0">
              <a:schemeClr val="phClr">
                <a:tint val="10000"/>
                <a:satMod val="300000"/>
              </a:schemeClr>
            </a:gs>
            <a:gs pos="34000">
              <a:schemeClr val="phClr">
                <a:tint val="13500"/>
                <a:satMod val="250000"/>
              </a:schemeClr>
            </a:gs>
            <a:gs pos="100000">
              <a:schemeClr val="phClr">
                <a:tint val="60000"/>
                <a:satMod val="200000"/>
              </a:schemeClr>
            </a:gs>
          </a:gsLst>
          <a:path path="circle">
            <a:fillToRect l="50000" t="155000" r="50000" b="-55000"/>
          </a:path>
        </a:gradFill>
        <a:gradFill rotWithShape="1">
          <a:gsLst>
            <a:gs pos="0">
              <a:schemeClr val="phClr">
                <a:tint val="60000"/>
                <a:satMod val="160000"/>
              </a:schemeClr>
            </a:gs>
            <a:gs pos="46000">
              <a:schemeClr val="phClr">
                <a:tint val="86000"/>
                <a:satMod val="160000"/>
              </a:schemeClr>
            </a:gs>
            <a:gs pos="100000">
              <a:schemeClr val="phClr">
                <a:shade val="40000"/>
                <a:satMod val="160000"/>
              </a:schemeClr>
            </a:gs>
          </a:gsLst>
          <a:path path="circle">
            <a:fillToRect l="50000" t="155000" r="50000" b="-55000"/>
          </a:path>
        </a:gradFill>
      </a:fillStyleLst>
      <a:lnStyleLst>
        <a:ln w="9525" cap="flat" cmpd="sng" algn="ctr">
          <a:solidFill>
            <a:schemeClr val="phClr">
              <a:satMod val="120000"/>
            </a:schemeClr>
          </a:solidFill>
          <a:prstDash val="solid"/>
        </a:ln>
        <a:ln w="12700" cap="flat" cmpd="sng" algn="ctr">
          <a:solidFill>
            <a:schemeClr val="phClr"/>
          </a:solidFill>
          <a:prstDash val="solid"/>
        </a:ln>
        <a:ln w="25400" cap="flat" cmpd="sng" algn="ctr">
          <a:solidFill>
            <a:schemeClr val="phClr"/>
          </a:solidFill>
          <a:prstDash val="solid"/>
        </a:ln>
      </a:lnStyleLst>
      <a:effectStyleLst>
        <a:effectStyle>
          <a:effectLst>
            <a:outerShdw blurRad="63500" dist="25400" dir="14700000" algn="t" rotWithShape="0">
              <a:srgbClr val="000000">
                <a:alpha val="50000"/>
              </a:srgbClr>
            </a:outerShdw>
          </a:effectLst>
        </a:effectStyle>
        <a:effectStyle>
          <a:effectLst>
            <a:outerShdw blurRad="50800" dist="38100" dir="14700000" algn="t" rotWithShape="0">
              <a:srgbClr val="000000">
                <a:alpha val="60000"/>
              </a:srgbClr>
            </a:outerShdw>
          </a:effectLst>
        </a:effectStyle>
        <a:effectStyle>
          <a:effectLst>
            <a:outerShdw blurRad="53975" dist="41275" dir="14700000" algn="t" rotWithShape="0">
              <a:srgbClr val="000000">
                <a:alpha val="60000"/>
              </a:srgbClr>
            </a:outerShdw>
          </a:effectLst>
          <a:scene3d>
            <a:camera prst="orthographicFront">
              <a:rot lat="0" lon="0" rev="0"/>
            </a:camera>
            <a:lightRig rig="contrasting" dir="t">
              <a:rot lat="0" lon="0" rev="3600000"/>
            </a:lightRig>
          </a:scene3d>
          <a:sp3d prstMaterial="plastic">
            <a:bevelT w="127000" h="38200" prst="relaxedInse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Cambria-Calibri">
      <a:majorFont>
        <a:latin typeface="Cambria" panose="0204050305040603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9TopShadow">
      <a:fillStyleLst>
        <a:solidFill>
          <a:schemeClr val="phClr"/>
        </a:solidFill>
        <a:gradFill rotWithShape="1">
          <a:gsLst>
            <a:gs pos="0">
              <a:schemeClr val="phClr">
                <a:tint val="10000"/>
                <a:satMod val="300000"/>
              </a:schemeClr>
            </a:gs>
            <a:gs pos="34000">
              <a:schemeClr val="phClr">
                <a:tint val="13500"/>
                <a:satMod val="250000"/>
              </a:schemeClr>
            </a:gs>
            <a:gs pos="100000">
              <a:schemeClr val="phClr">
                <a:tint val="60000"/>
                <a:satMod val="200000"/>
              </a:schemeClr>
            </a:gs>
          </a:gsLst>
          <a:path path="circle">
            <a:fillToRect l="50000" t="155000" r="50000" b="-55000"/>
          </a:path>
        </a:gradFill>
        <a:gradFill rotWithShape="1">
          <a:gsLst>
            <a:gs pos="0">
              <a:schemeClr val="phClr">
                <a:tint val="60000"/>
                <a:satMod val="160000"/>
              </a:schemeClr>
            </a:gs>
            <a:gs pos="46000">
              <a:schemeClr val="phClr">
                <a:tint val="86000"/>
                <a:satMod val="160000"/>
              </a:schemeClr>
            </a:gs>
            <a:gs pos="100000">
              <a:schemeClr val="phClr">
                <a:shade val="40000"/>
                <a:satMod val="160000"/>
              </a:schemeClr>
            </a:gs>
          </a:gsLst>
          <a:path path="circle">
            <a:fillToRect l="50000" t="155000" r="50000" b="-55000"/>
          </a:path>
        </a:gradFill>
      </a:fillStyleLst>
      <a:lnStyleLst>
        <a:ln w="9525" cap="flat" cmpd="sng" algn="ctr">
          <a:solidFill>
            <a:schemeClr val="phClr">
              <a:satMod val="120000"/>
            </a:schemeClr>
          </a:solidFill>
          <a:prstDash val="solid"/>
        </a:ln>
        <a:ln w="12700" cap="flat" cmpd="sng" algn="ctr">
          <a:solidFill>
            <a:schemeClr val="phClr"/>
          </a:solidFill>
          <a:prstDash val="solid"/>
        </a:ln>
        <a:ln w="25400" cap="flat" cmpd="sng" algn="ctr">
          <a:solidFill>
            <a:schemeClr val="phClr"/>
          </a:solidFill>
          <a:prstDash val="solid"/>
        </a:ln>
      </a:lnStyleLst>
      <a:effectStyleLst>
        <a:effectStyle>
          <a:effectLst>
            <a:outerShdw blurRad="63500" dist="25400" dir="14700000" algn="t" rotWithShape="0">
              <a:srgbClr val="000000">
                <a:alpha val="50000"/>
              </a:srgbClr>
            </a:outerShdw>
          </a:effectLst>
        </a:effectStyle>
        <a:effectStyle>
          <a:effectLst>
            <a:outerShdw blurRad="50800" dist="38100" dir="14700000" algn="t" rotWithShape="0">
              <a:srgbClr val="000000">
                <a:alpha val="60000"/>
              </a:srgbClr>
            </a:outerShdw>
          </a:effectLst>
        </a:effectStyle>
        <a:effectStyle>
          <a:effectLst>
            <a:outerShdw blurRad="53975" dist="41275" dir="14700000" algn="t" rotWithShape="0">
              <a:srgbClr val="000000">
                <a:alpha val="60000"/>
              </a:srgbClr>
            </a:outerShdw>
          </a:effectLst>
          <a:scene3d>
            <a:camera prst="orthographicFront">
              <a:rot lat="0" lon="0" rev="0"/>
            </a:camera>
            <a:lightRig rig="contrasting" dir="t">
              <a:rot lat="0" lon="0" rev="3600000"/>
            </a:lightRig>
          </a:scene3d>
          <a:sp3d prstMaterial="plastic">
            <a:bevelT w="127000" h="38200" prst="relaxedInse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NotebookType xmlns="bf3e1746-bde1-4d6e-9c3f-7182572f7502" xsi:nil="true"/>
    <CultureName xmlns="bf3e1746-bde1-4d6e-9c3f-7182572f7502" xsi:nil="true"/>
    <Students xmlns="bf3e1746-bde1-4d6e-9c3f-7182572f7502">
      <UserInfo>
        <DisplayName/>
        <AccountId xsi:nil="true"/>
        <AccountType/>
      </UserInfo>
    </Students>
    <Distribution_Groups xmlns="bf3e1746-bde1-4d6e-9c3f-7182572f7502" xsi:nil="true"/>
    <FolderType xmlns="bf3e1746-bde1-4d6e-9c3f-7182572f7502" xsi:nil="true"/>
    <Student_Groups xmlns="bf3e1746-bde1-4d6e-9c3f-7182572f7502">
      <UserInfo>
        <DisplayName/>
        <AccountId xsi:nil="true"/>
        <AccountType/>
      </UserInfo>
    </Student_Groups>
    <Self_Registration_Enabled xmlns="bf3e1746-bde1-4d6e-9c3f-7182572f7502" xsi:nil="true"/>
    <TeamsChannelId xmlns="bf3e1746-bde1-4d6e-9c3f-7182572f7502" xsi:nil="true"/>
    <IsNotebookLocked xmlns="bf3e1746-bde1-4d6e-9c3f-7182572f7502" xsi:nil="true"/>
    <DefaultSectionNames xmlns="bf3e1746-bde1-4d6e-9c3f-7182572f7502" xsi:nil="true"/>
    <Is_Collaboration_Space_Locked xmlns="bf3e1746-bde1-4d6e-9c3f-7182572f7502" xsi:nil="true"/>
    <Invited_Teachers xmlns="bf3e1746-bde1-4d6e-9c3f-7182572f7502" xsi:nil="true"/>
    <Math_Settings xmlns="bf3e1746-bde1-4d6e-9c3f-7182572f7502" xsi:nil="true"/>
    <Templates xmlns="bf3e1746-bde1-4d6e-9c3f-7182572f7502" xsi:nil="true"/>
    <Has_Teacher_Only_SectionGroup xmlns="bf3e1746-bde1-4d6e-9c3f-7182572f7502" xsi:nil="true"/>
    <AppVersion xmlns="bf3e1746-bde1-4d6e-9c3f-7182572f7502" xsi:nil="true"/>
    <Invited_Students xmlns="bf3e1746-bde1-4d6e-9c3f-7182572f7502" xsi:nil="true"/>
    <Owner xmlns="bf3e1746-bde1-4d6e-9c3f-7182572f7502">
      <UserInfo>
        <DisplayName/>
        <AccountId xsi:nil="true"/>
        <AccountType/>
      </UserInfo>
    </Owner>
    <Teachers xmlns="bf3e1746-bde1-4d6e-9c3f-7182572f7502">
      <UserInfo>
        <DisplayName/>
        <AccountId xsi:nil="true"/>
        <AccountType/>
      </UserInfo>
    </Teachers>
    <LMS_Mappings xmlns="bf3e1746-bde1-4d6e-9c3f-7182572f7502"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C089011499791B4EB69D0A56FFA67F2B" ma:contentTypeVersion="30" ma:contentTypeDescription="Create a new document." ma:contentTypeScope="" ma:versionID="f76dc847e91b26043a9f85409c9c8da8">
  <xsd:schema xmlns:xsd="http://www.w3.org/2001/XMLSchema" xmlns:xs="http://www.w3.org/2001/XMLSchema" xmlns:p="http://schemas.microsoft.com/office/2006/metadata/properties" xmlns:ns3="bf3e1746-bde1-4d6e-9c3f-7182572f7502" xmlns:ns4="14224164-2045-4b51-92bb-313d0f626d83" targetNamespace="http://schemas.microsoft.com/office/2006/metadata/properties" ma:root="true" ma:fieldsID="e77e75136ac7a83ebab10a30c2d6fe6c" ns3:_="" ns4:_="">
    <xsd:import namespace="bf3e1746-bde1-4d6e-9c3f-7182572f7502"/>
    <xsd:import namespace="14224164-2045-4b51-92bb-313d0f626d83"/>
    <xsd:element name="properties">
      <xsd:complexType>
        <xsd:sequence>
          <xsd:element name="documentManagement">
            <xsd:complexType>
              <xsd:all>
                <xsd:element ref="ns3:MediaServiceMetadata" minOccurs="0"/>
                <xsd:element ref="ns3:MediaServiceFastMetadata" minOccurs="0"/>
                <xsd:element ref="ns3:NotebookType" minOccurs="0"/>
                <xsd:element ref="ns3:FolderType" minOccurs="0"/>
                <xsd:element ref="ns3:CultureName" minOccurs="0"/>
                <xsd:element ref="ns3:AppVersion" minOccurs="0"/>
                <xsd:element ref="ns3:TeamsChannelId" minOccurs="0"/>
                <xsd:element ref="ns3:Owner" minOccurs="0"/>
                <xsd:element ref="ns3:Math_Settings" minOccurs="0"/>
                <xsd:element ref="ns3:DefaultSectionNames" minOccurs="0"/>
                <xsd:element ref="ns3:Templates" minOccurs="0"/>
                <xsd:element ref="ns3:Teachers" minOccurs="0"/>
                <xsd:element ref="ns3:Students" minOccurs="0"/>
                <xsd:element ref="ns3:Student_Groups" minOccurs="0"/>
                <xsd:element ref="ns3:Distribution_Groups" minOccurs="0"/>
                <xsd:element ref="ns3:LMS_Mappings" minOccurs="0"/>
                <xsd:element ref="ns3:Invited_Teachers" minOccurs="0"/>
                <xsd:element ref="ns3:Invited_Students" minOccurs="0"/>
                <xsd:element ref="ns3:Self_Registration_Enabled" minOccurs="0"/>
                <xsd:element ref="ns3:Has_Teacher_Only_SectionGroup" minOccurs="0"/>
                <xsd:element ref="ns3:Is_Collaboration_Space_Locked" minOccurs="0"/>
                <xsd:element ref="ns3:IsNotebookLocked" minOccurs="0"/>
                <xsd:element ref="ns4:SharedWithUsers" minOccurs="0"/>
                <xsd:element ref="ns4:SharedWithDetails" minOccurs="0"/>
                <xsd:element ref="ns4:SharingHintHash" minOccurs="0"/>
                <xsd:element ref="ns3:MediaServiceAutoTags" minOccurs="0"/>
                <xsd:element ref="ns3:MediaServiceOCR" minOccurs="0"/>
                <xsd:element ref="ns3:MediaServiceGenerationTime" minOccurs="0"/>
                <xsd:element ref="ns3:MediaServiceEventHashCode" minOccurs="0"/>
                <xsd:element ref="ns3: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f3e1746-bde1-4d6e-9c3f-7182572f750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NotebookType" ma:index="10" nillable="true" ma:displayName="Notebook Type" ma:internalName="NotebookType">
      <xsd:simpleType>
        <xsd:restriction base="dms:Text"/>
      </xsd:simpleType>
    </xsd:element>
    <xsd:element name="FolderType" ma:index="11" nillable="true" ma:displayName="Folder Type" ma:internalName="FolderType">
      <xsd:simpleType>
        <xsd:restriction base="dms:Text"/>
      </xsd:simpleType>
    </xsd:element>
    <xsd:element name="CultureName" ma:index="12" nillable="true" ma:displayName="Culture Name" ma:internalName="CultureName">
      <xsd:simpleType>
        <xsd:restriction base="dms:Text"/>
      </xsd:simpleType>
    </xsd:element>
    <xsd:element name="AppVersion" ma:index="13" nillable="true" ma:displayName="App Version" ma:internalName="AppVersion">
      <xsd:simpleType>
        <xsd:restriction base="dms:Text"/>
      </xsd:simpleType>
    </xsd:element>
    <xsd:element name="TeamsChannelId" ma:index="14" nillable="true" ma:displayName="Teams Channel Id" ma:internalName="TeamsChannelId">
      <xsd:simpleType>
        <xsd:restriction base="dms:Text"/>
      </xsd:simpleType>
    </xsd:element>
    <xsd:element name="Owner" ma:index="15" nillable="true" ma:displayName="Owner" ma:internalName="Owner">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ath_Settings" ma:index="16" nillable="true" ma:displayName="Math Settings" ma:internalName="Math_Settings">
      <xsd:simpleType>
        <xsd:restriction base="dms:Text"/>
      </xsd:simpleType>
    </xsd:element>
    <xsd:element name="DefaultSectionNames" ma:index="17" nillable="true" ma:displayName="Default Section Names" ma:internalName="DefaultSectionNames">
      <xsd:simpleType>
        <xsd:restriction base="dms:Note">
          <xsd:maxLength value="255"/>
        </xsd:restriction>
      </xsd:simpleType>
    </xsd:element>
    <xsd:element name="Templates" ma:index="18" nillable="true" ma:displayName="Templates" ma:internalName="Templates">
      <xsd:simpleType>
        <xsd:restriction base="dms:Note">
          <xsd:maxLength value="255"/>
        </xsd:restriction>
      </xsd:simpleType>
    </xsd:element>
    <xsd:element name="Teachers" ma:index="19" nillable="true" ma:displayName="Teachers" ma:internalName="Teacher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tudents" ma:index="20" nillable="true" ma:displayName="Students" ma:internalName="Student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tudent_Groups" ma:index="21" nillable="true" ma:displayName="Student Groups" ma:internalName="Student_Group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Distribution_Groups" ma:index="22" nillable="true" ma:displayName="Distribution Groups" ma:internalName="Distribution_Groups">
      <xsd:simpleType>
        <xsd:restriction base="dms:Note">
          <xsd:maxLength value="255"/>
        </xsd:restriction>
      </xsd:simpleType>
    </xsd:element>
    <xsd:element name="LMS_Mappings" ma:index="23" nillable="true" ma:displayName="LMS Mappings" ma:internalName="LMS_Mappings">
      <xsd:simpleType>
        <xsd:restriction base="dms:Note">
          <xsd:maxLength value="255"/>
        </xsd:restriction>
      </xsd:simpleType>
    </xsd:element>
    <xsd:element name="Invited_Teachers" ma:index="24" nillable="true" ma:displayName="Invited Teachers" ma:internalName="Invited_Teachers">
      <xsd:simpleType>
        <xsd:restriction base="dms:Note">
          <xsd:maxLength value="255"/>
        </xsd:restriction>
      </xsd:simpleType>
    </xsd:element>
    <xsd:element name="Invited_Students" ma:index="25" nillable="true" ma:displayName="Invited Students" ma:internalName="Invited_Students">
      <xsd:simpleType>
        <xsd:restriction base="dms:Note">
          <xsd:maxLength value="255"/>
        </xsd:restriction>
      </xsd:simpleType>
    </xsd:element>
    <xsd:element name="Self_Registration_Enabled" ma:index="26" nillable="true" ma:displayName="Self Registration Enabled" ma:internalName="Self_Registration_Enabled">
      <xsd:simpleType>
        <xsd:restriction base="dms:Boolean"/>
      </xsd:simpleType>
    </xsd:element>
    <xsd:element name="Has_Teacher_Only_SectionGroup" ma:index="27" nillable="true" ma:displayName="Has Teacher Only SectionGroup" ma:internalName="Has_Teacher_Only_SectionGroup">
      <xsd:simpleType>
        <xsd:restriction base="dms:Boolean"/>
      </xsd:simpleType>
    </xsd:element>
    <xsd:element name="Is_Collaboration_Space_Locked" ma:index="28" nillable="true" ma:displayName="Is Collaboration Space Locked" ma:internalName="Is_Collaboration_Space_Locked">
      <xsd:simpleType>
        <xsd:restriction base="dms:Boolean"/>
      </xsd:simpleType>
    </xsd:element>
    <xsd:element name="IsNotebookLocked" ma:index="29" nillable="true" ma:displayName="Is Notebook Locked" ma:internalName="IsNotebookLocked">
      <xsd:simpleType>
        <xsd:restriction base="dms:Boolean"/>
      </xsd:simpleType>
    </xsd:element>
    <xsd:element name="MediaServiceAutoTags" ma:index="33" nillable="true" ma:displayName="Tags" ma:internalName="MediaServiceAutoTags" ma:readOnly="true">
      <xsd:simpleType>
        <xsd:restriction base="dms:Text"/>
      </xsd:simpleType>
    </xsd:element>
    <xsd:element name="MediaServiceOCR" ma:index="34" nillable="true" ma:displayName="Extracted Text" ma:internalName="MediaServiceOCR" ma:readOnly="true">
      <xsd:simpleType>
        <xsd:restriction base="dms:Note">
          <xsd:maxLength value="255"/>
        </xsd:restriction>
      </xsd:simpleType>
    </xsd:element>
    <xsd:element name="MediaServiceGenerationTime" ma:index="35" nillable="true" ma:displayName="MediaServiceGenerationTime" ma:hidden="true" ma:internalName="MediaServiceGenerationTime" ma:readOnly="true">
      <xsd:simpleType>
        <xsd:restriction base="dms:Text"/>
      </xsd:simpleType>
    </xsd:element>
    <xsd:element name="MediaServiceEventHashCode" ma:index="36" nillable="true" ma:displayName="MediaServiceEventHashCode" ma:hidden="true" ma:internalName="MediaServiceEventHashCode" ma:readOnly="true">
      <xsd:simpleType>
        <xsd:restriction base="dms:Text"/>
      </xsd:simpleType>
    </xsd:element>
    <xsd:element name="MediaServiceDateTaken" ma:index="37" nillable="true" ma:displayName="MediaServiceDateTaken" ma:hidden="true" ma:internalName="MediaServiceDateTake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4224164-2045-4b51-92bb-313d0f626d83" elementFormDefault="qualified">
    <xsd:import namespace="http://schemas.microsoft.com/office/2006/documentManagement/types"/>
    <xsd:import namespace="http://schemas.microsoft.com/office/infopath/2007/PartnerControls"/>
    <xsd:element name="SharedWithUsers" ma:index="3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31" nillable="true" ma:displayName="Shared With Details" ma:internalName="SharedWithDetails" ma:readOnly="true">
      <xsd:simpleType>
        <xsd:restriction base="dms:Note">
          <xsd:maxLength value="255"/>
        </xsd:restriction>
      </xsd:simpleType>
    </xsd:element>
    <xsd:element name="SharingHintHash" ma:index="32"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EDD01B8-816B-49B7-8C81-03AB51D87C54}">
  <ds:schemaRefs>
    <ds:schemaRef ds:uri="http://schemas.microsoft.com/office/2006/documentManagement/types"/>
    <ds:schemaRef ds:uri="bf3e1746-bde1-4d6e-9c3f-7182572f7502"/>
    <ds:schemaRef ds:uri="http://purl.org/dc/elements/1.1/"/>
    <ds:schemaRef ds:uri="14224164-2045-4b51-92bb-313d0f626d83"/>
    <ds:schemaRef ds:uri="http://schemas.microsoft.com/office/infopath/2007/PartnerControls"/>
    <ds:schemaRef ds:uri="http://purl.org/dc/dcmitype/"/>
    <ds:schemaRef ds:uri="http://schemas.openxmlformats.org/package/2006/metadata/core-properties"/>
    <ds:schemaRef ds:uri="http://schemas.microsoft.com/office/2006/metadata/properties"/>
    <ds:schemaRef ds:uri="http://www.w3.org/XML/1998/namespace"/>
    <ds:schemaRef ds:uri="http://purl.org/dc/terms/"/>
  </ds:schemaRefs>
</ds:datastoreItem>
</file>

<file path=customXml/itemProps2.xml><?xml version="1.0" encoding="utf-8"?>
<ds:datastoreItem xmlns:ds="http://schemas.openxmlformats.org/officeDocument/2006/customXml" ds:itemID="{B024FD56-CE1B-42FC-9E83-BFBF160724C6}">
  <ds:schemaRefs>
    <ds:schemaRef ds:uri="http://schemas.microsoft.com/sharepoint/v3/contenttype/forms"/>
  </ds:schemaRefs>
</ds:datastoreItem>
</file>

<file path=customXml/itemProps3.xml><?xml version="1.0" encoding="utf-8"?>
<ds:datastoreItem xmlns:ds="http://schemas.openxmlformats.org/officeDocument/2006/customXml" ds:itemID="{A129B439-51BE-4A7D-9272-FBD057297E6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f3e1746-bde1-4d6e-9c3f-7182572f7502"/>
    <ds:schemaRef ds:uri="14224164-2045-4b51-92bb-313d0f626d8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Plantilla_PPTX_Videos</Template>
  <TotalTime>3432</TotalTime>
  <Words>1340</Words>
  <Application>Microsoft Office PowerPoint</Application>
  <PresentationFormat>Widescreen</PresentationFormat>
  <Paragraphs>75</Paragraphs>
  <Slides>9</Slides>
  <Notes>9</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9</vt:i4>
      </vt:variant>
    </vt:vector>
  </HeadingPairs>
  <TitlesOfParts>
    <vt:vector size="16" baseType="lpstr">
      <vt:lpstr>-apple-system</vt:lpstr>
      <vt:lpstr>Arial</vt:lpstr>
      <vt:lpstr>Calibri</vt:lpstr>
      <vt:lpstr>Cambria Math</vt:lpstr>
      <vt:lpstr>Segoe UI</vt:lpstr>
      <vt:lpstr>Segoe UI Light</vt:lpstr>
      <vt:lpstr>Tema de R.TeachingResearchGuide</vt:lpstr>
      <vt:lpstr>PowerPoint Presentation</vt:lpstr>
      <vt:lpstr>La precipitación máxima en 24 horas (PMax24h), definida como el mayor acumulado de lluvia en 24 horas registrado en una estación para cada año de observación, es un insumo clave para la modelación de eventos extremos y dimensionamiento de infraestructura hidráulica expuesta a lluvias intensas (como puentes, canales, desvíos de ríos, presas y aliviaderos), con el fin de prevenir sobrecostos o fallas catastróficas.</vt:lpstr>
      <vt:lpstr>En este estudio se evalúa el ajuste de registros de PMax24h* de la red de estaciones automáticas de Colombia a funciones empíricas de distribución (EDF) y a funciones de distribución de probabilidad paramétricas (PDF).   Se utilizó la prueba de Kolmogorov–Smirnov (K-S) como criterio de evaluación.  *A partir de valores de lluvia registrados cada 10 minutos, disponibles en www.datos.gov.co.</vt:lpstr>
      <vt:lpstr>Metodología de análisis</vt:lpstr>
      <vt:lpstr>Funciones de distribución de probabilidad (PDF y log-PDF)   Describen la probabilidad relativa de que una variable aleatoria continua se encuentre dentro de un rango específico (como la lluvia en cualquier momento), donde el área total bajo su curva es igual a 1 y el área sobre cualquier intervalo proporciona la probabilidad real para ese rango.</vt:lpstr>
      <vt:lpstr>Funciones de Distribución de Probabilidad (PDF)  Para el desarrollo del estudio se han seleccionado 80 de las más de 100 distribuciones de probabilidad del submódulo de estadística de Python dentro de la biblioteca SciPy.   Distribuciones (80 evaluadas + 80 log): • Alpha •Anglit •Arcsine •Argus •Beta •Beta prime •Bradford •Burr (Type III) •Burr (Type III) 12 •Cosine •Crystalball •Double gamma •Double Weibull •Erlang •Exponentially modified Normal •Exponential power •Exponentiated Weibull •F •Fatigue-life (Birnbaum-Saunders) •Fold Normal •Gamma •Gauss hypergeometric •Generalized exponential •Generalized exponential •Generalized gamma •Generalized half-logistic •Generalized logistic •Generalized Normal •Generalized Pareto •Gompertz (or truncated Gumbel) •Gumbel Left Skew •Gumbel Right Skew •Upper half of a generalized normal •Half-logistic •Half Normal •hyperbolic secant •Inverted gamma •Inverse Gaussian •Inverted Weibull •Johnson SB •Johnson Su •Kappa 3 •Kappa 4 •Kolmogorov-Smirnov one-sided test statistic distribution •Limiting distribution of scaled Kolmogorov-Smirnov two-sided test statistic •Laplace •Left-skewed Levy •Log gamma •Logistic (or Sech-squared) •Log-Laplace •Lomax (Pareto of the second kind) •Maxwell •Mielke Beta-Kappa / Dagum •Moyal •Nakagami •Non-central F distribution •Non-central Student’s t •Normal •Pearson type III •Power-function •Rayleigh •R-distributed (symmetric beta) •Rice •Semicircular •Skew normal •Student’s t •Trapezoid •Triangular •Truncated exponential •Truncated normal •Upper truncated Pareto •Doubly truncated Weibull minimum •Tukey-Lamdba •Uniform •Von Mises •Von Mises line •Wald •Weibull maximum •Weibull minimum •Wrapped Cauchy.</vt:lpstr>
      <vt:lpstr>Funciónes de Distribución Empíricas (EDF) (12 evaluadas)   Es una estimación escalonada de una verdadera Función de Distribución Acumulada (CDF) basada en datos de muestra observados, que representa la proporción de puntos de datos menores o iguales a un valor dado.   Se calcula con el tamaño total de la muestra (n) y el parámetro o número de orden (m) de cada dato, que significa la posición de x valores en una lista de orden ascendente.</vt:lpstr>
      <vt:lpstr>PowerPoint Presentation</vt:lpstr>
      <vt:lpstr>Gracias por su atención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SIGE - Retos y Oportunidades</dc:title>
  <dc:creator/>
  <cp:lastModifiedBy>WILLIAM RICARDO AGUILAR PIÑA</cp:lastModifiedBy>
  <cp:revision>344</cp:revision>
  <dcterms:created xsi:type="dcterms:W3CDTF">2022-08-04T19:07:18Z</dcterms:created>
  <dcterms:modified xsi:type="dcterms:W3CDTF">2026-05-08T16:19:53Z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0x010100C089011499791B4EB69D0A56FFA67F2B</vt:lpwstr>
  </property>
  <property fmtid="{D5CDD505-2E9C-101B-9397-08002B2CF9AE}" pid="3" name="Order">
    <vt:r8>74062900</vt:r8>
  </property>
  <property fmtid="{D5CDD505-2E9C-101B-9397-08002B2CF9AE}" pid="4" name="HiddenCategoryTags">
    <vt:lpwstr/>
  </property>
  <property fmtid="{D5CDD505-2E9C-101B-9397-08002B2CF9AE}" pid="5" name="InternalTags">
    <vt:lpwstr/>
  </property>
  <property fmtid="{D5CDD505-2E9C-101B-9397-08002B2CF9AE}" pid="6" name="FeatureTags">
    <vt:lpwstr/>
  </property>
  <property fmtid="{D5CDD505-2E9C-101B-9397-08002B2CF9AE}" pid="7" name="LocalizationTags">
    <vt:lpwstr/>
  </property>
  <property fmtid="{D5CDD505-2E9C-101B-9397-08002B2CF9AE}" pid="8" name="CategoryTags">
    <vt:lpwstr/>
  </property>
  <property fmtid="{D5CDD505-2E9C-101B-9397-08002B2CF9AE}" pid="9" name="Applications">
    <vt:lpwstr/>
  </property>
  <property fmtid="{D5CDD505-2E9C-101B-9397-08002B2CF9AE}" pid="10" name="CampaignTags">
    <vt:lpwstr/>
  </property>
  <property fmtid="{D5CDD505-2E9C-101B-9397-08002B2CF9AE}" pid="11" name="ScenarioTags">
    <vt:lpwstr/>
  </property>
</Properties>
</file>