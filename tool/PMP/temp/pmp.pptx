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8" r:id="rId4"/>
  </p:sldMasterIdLst>
  <p:notesMasterIdLst>
    <p:notesMasterId r:id="rId6"/>
  </p:notesMasterIdLst>
  <p:handoutMasterIdLst>
    <p:handoutMasterId r:id="rId7"/>
  </p:handoutMasterIdLst>
  <p:sldIdLst>
    <p:sldId id="350" r:id="rId5"/>
  </p:sldIdLst>
  <p:sldSz cx="12192000" cy="6858000"/>
  <p:notesSz cx="6858000" cy="9144000"/>
  <p:defaultTextStyle>
    <a:defPPr>
      <a:defRPr lang="en-US"/>
    </a:defPPr>
    <a:lvl1pPr marL="0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6194743-3C7C-499C-B327-CF08643433A4}">
          <p14:sldIdLst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3B3B3B"/>
    <a:srgbClr val="FFFFFF"/>
    <a:srgbClr val="990000"/>
    <a:srgbClr val="F8F8F8"/>
    <a:srgbClr val="FAFAFA"/>
    <a:srgbClr val="EEEEEE"/>
    <a:srgbClr val="E8E8E8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Estilo o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7" autoAdjust="0"/>
    <p:restoredTop sz="95033" autoAdjust="0"/>
  </p:normalViewPr>
  <p:slideViewPr>
    <p:cSldViewPr snapToGrid="0" showGuides="1">
      <p:cViewPr varScale="1">
        <p:scale>
          <a:sx n="108" d="100"/>
          <a:sy n="108" d="100"/>
        </p:scale>
        <p:origin x="51" y="93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74" y="78"/>
      </p:cViewPr>
      <p:guideLst/>
    </p:cSldViewPr>
  </p:notesViewPr>
  <p:gridSpacing cx="1522800" cy="1522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AB3E6E3-061B-41A2-BBDC-C5312A04A40A}" type="datetime1">
              <a:rPr lang="es-ES" smtClean="0"/>
              <a:t>06/01/2026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78FE58C-C1A6-4C4C-90C2-B7F5B0504B2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145992C-CBBF-4F24-8325-F5CB0EAAC0E9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_tradn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Editar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10E1E9A-E921-4174-A0FC-51868D7AC568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19568-E7B8-F265-12B2-0EC432D5F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E5A09-D50C-F8BA-42D2-D876BBBE2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10B4B-82C3-FFAC-1638-528BF37E0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BF52E-E8CF-69FF-723A-7366CD061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10E1E9A-E921-4174-A0FC-51868D7AC568}" type="slidenum">
              <a:rPr lang="es-ES" noProof="0" smtClean="0"/>
              <a:t>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99787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bienvenida e 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0000" y="720000"/>
            <a:ext cx="6840000" cy="2880000"/>
          </a:xfrm>
        </p:spPr>
        <p:txBody>
          <a:bodyPr anchor="t" anchorCtr="0">
            <a:normAutofit/>
          </a:bodyPr>
          <a:lstStyle>
            <a:lvl1pPr algn="l">
              <a:defRPr sz="2600"/>
            </a:lvl1pPr>
          </a:lstStyle>
          <a:p>
            <a:r>
              <a:rPr lang="es-ES" dirty="0"/>
              <a:t>Ingrese aquí el título de la sección, actividad o clase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701988"/>
            <a:ext cx="6840000" cy="155377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 dirty="0"/>
              <a:t>Ingrese aquí un texto descriptivo de esta actividad (opcional)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5224D71-97F5-4B9D-B11B-235152E09E96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t>‹#›</a:t>
            </a:fld>
            <a:endParaRPr lang="es-ES" noProof="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4332D5-1933-C57D-42B6-183DC2A4C567}"/>
              </a:ext>
            </a:extLst>
          </p:cNvPr>
          <p:cNvSpPr/>
          <p:nvPr/>
        </p:nvSpPr>
        <p:spPr>
          <a:xfrm>
            <a:off x="720000" y="5598000"/>
            <a:ext cx="613813" cy="540000"/>
          </a:xfrm>
          <a:prstGeom prst="round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7EDCC3F-5122-AA78-5970-BD245E5794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27652" y="5598000"/>
            <a:ext cx="4320000" cy="540000"/>
          </a:xfrm>
          <a:solidFill>
            <a:schemeClr val="bg1">
              <a:lumMod val="75000"/>
            </a:schemeClr>
          </a:solidFill>
        </p:spPr>
        <p:txBody>
          <a:bodyPr anchor="ctr" anchorCtr="0">
            <a:noAutofit/>
          </a:bodyPr>
          <a:lstStyle>
            <a:lvl1pPr marL="0" indent="0">
              <a:buNone/>
              <a:defRPr sz="1800">
                <a:solidFill>
                  <a:schemeClr val="bg1">
                    <a:lumMod val="10000"/>
                  </a:schemeClr>
                </a:solidFill>
                <a:latin typeface="+mn-lt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lang="en-US" sz="1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Ingrese</a:t>
            </a:r>
            <a:r>
              <a:rPr lang="en-US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aquí</a:t>
            </a:r>
            <a:r>
              <a:rPr lang="en-US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</a:t>
            </a:r>
            <a:r>
              <a:rPr lang="en-US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nombre</a:t>
            </a:r>
            <a:r>
              <a:rPr lang="en-US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requerido</a:t>
            </a:r>
            <a:r>
              <a:rPr lang="en-US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239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 co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19999"/>
            <a:ext cx="6840000" cy="810000"/>
          </a:xfrm>
        </p:spPr>
        <p:txBody>
          <a:bodyPr anchor="b" anchorCtr="0">
            <a:normAutofit/>
          </a:bodyPr>
          <a:lstStyle>
            <a:lvl1pPr>
              <a:defRPr sz="2600"/>
            </a:lvl1pPr>
          </a:lstStyle>
          <a:p>
            <a:r>
              <a:rPr lang="es-ES" dirty="0"/>
              <a:t>Ingrese aquí un subtítulo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1620000"/>
            <a:ext cx="6840000" cy="459000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000" y="6356351"/>
            <a:ext cx="2743200" cy="365125"/>
          </a:xfrm>
        </p:spPr>
        <p:txBody>
          <a:bodyPr/>
          <a:lstStyle/>
          <a:p>
            <a:pPr rtl="0"/>
            <a:fld id="{0D82DBE2-B5E9-4999-A9C0-55ED93FCE73D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15808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19999"/>
            <a:ext cx="10753200" cy="810000"/>
          </a:xfrm>
        </p:spPr>
        <p:txBody>
          <a:bodyPr anchor="b" anchorCtr="0">
            <a:normAutofit/>
          </a:bodyPr>
          <a:lstStyle>
            <a:lvl1pPr>
              <a:defRPr sz="2600"/>
            </a:lvl1pPr>
          </a:lstStyle>
          <a:p>
            <a:r>
              <a:rPr lang="es-ES" dirty="0"/>
              <a:t>Ingrese aquí un subtítulo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1620000"/>
            <a:ext cx="10753200" cy="459000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000" y="6356351"/>
            <a:ext cx="2743200" cy="365125"/>
          </a:xfrm>
        </p:spPr>
        <p:txBody>
          <a:bodyPr/>
          <a:lstStyle/>
          <a:p>
            <a:pPr rtl="0"/>
            <a:fld id="{89B7BC24-C90D-4DAD-A6CB-BBA58C4D57BB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0997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 co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1709740"/>
            <a:ext cx="6840000" cy="2852737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0000" y="4643020"/>
            <a:ext cx="6840000" cy="14466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Ingrese aquí una breve descripción del alcance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17D4995-77A4-48E5-92B1-2DC992A39FBB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393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1709740"/>
            <a:ext cx="10753200" cy="2852737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0000" y="4651898"/>
            <a:ext cx="10753200" cy="143775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Ingrese aquí una breve descripción del alcance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E8112B3-1F24-452F-80DE-56BF301098EC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3304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co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6840000" cy="810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1710000"/>
            <a:ext cx="3330000" cy="441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0000" y="1710000"/>
            <a:ext cx="3330000" cy="441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9B46DA2-8C2E-44C4-A865-CD3D33CFD45F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26167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810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1710000"/>
            <a:ext cx="5220000" cy="441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2002" y="1710000"/>
            <a:ext cx="5220000" cy="441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1525062-C568-4AE5-A98F-45E6D6D3E9AC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6068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 co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6840000" cy="810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19999" y="1681163"/>
            <a:ext cx="3330000" cy="82391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 dirty="0"/>
              <a:t>Subtítulo primer elemento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99" y="2656238"/>
            <a:ext cx="3330000" cy="348176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230000" y="1696688"/>
            <a:ext cx="3330000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 dirty="0"/>
              <a:t>Subtítulo segundo elemento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30000" y="2687287"/>
            <a:ext cx="3330000" cy="3466237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EBA81B0-EA87-4E7B-A74D-942650D6BCED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6081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810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19999" y="1681163"/>
            <a:ext cx="5220000" cy="82391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 dirty="0"/>
              <a:t>Subtítulo primer elemento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99" y="2656237"/>
            <a:ext cx="5220000" cy="34817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52000" y="1681163"/>
            <a:ext cx="5220000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 dirty="0"/>
              <a:t>Subtítulo segundo elemento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000" y="2656238"/>
            <a:ext cx="5220000" cy="34817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6653BDA-CE15-46D4-A5A4-C9E9758DEFB2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83966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 co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AB3A384-AAB1-4A76-A43B-EFE930A802BF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36668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2160000"/>
          </a:xfrm>
        </p:spPr>
        <p:txBody>
          <a:bodyPr/>
          <a:lstStyle/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5F109E8-29A7-4A4D-BBAF-954B5246DC6B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1846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DF4B7F-437B-43B6-8193-868254AADFEB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91661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9999" y="720000"/>
            <a:ext cx="4140000" cy="810000"/>
          </a:xfrm>
        </p:spPr>
        <p:txBody>
          <a:bodyPr anchor="t" anchorCtr="0">
            <a:normAutofit/>
          </a:bodyPr>
          <a:lstStyle>
            <a:lvl1pPr>
              <a:defRPr sz="2600"/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0001"/>
            <a:ext cx="6288812" cy="5409468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20000" y="1719468"/>
            <a:ext cx="4139999" cy="4410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 dirty="0"/>
              <a:t>Ingrese aquí el texto descriptivo de la imagen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FD9D2A0-9803-4B3F-A6B6-606959F35242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7819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 co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6840000" cy="810000"/>
          </a:xfrm>
        </p:spPr>
        <p:txBody>
          <a:bodyPr anchor="t" anchorCtr="0">
            <a:noAutofit/>
          </a:bodyPr>
          <a:lstStyle>
            <a:lvl1pPr>
              <a:defRPr sz="2600"/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9999" y="2340002"/>
            <a:ext cx="6840000" cy="3797998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20000" y="1530001"/>
            <a:ext cx="6840000" cy="810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 dirty="0"/>
              <a:t>Ingrese aquí el texto descriptivo de la imagen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48CB6FA-6884-4007-A174-A67BE7A1CA93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62299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4140000" cy="810000"/>
          </a:xfrm>
        </p:spPr>
        <p:txBody>
          <a:bodyPr anchor="t" anchorCtr="0">
            <a:noAutofit/>
          </a:bodyPr>
          <a:lstStyle>
            <a:lvl1pPr>
              <a:defRPr sz="2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0000"/>
            <a:ext cx="6288812" cy="5417999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1729408"/>
            <a:ext cx="4140000" cy="4408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CA87387-1199-4F13-92EC-EA845724990E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22185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277B9E3-6C0A-45A5-BAE5-CD19B242173D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75724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B41DD2C-FA4F-413E-A1B5-23565A0780B7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58931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720000"/>
            <a:ext cx="6840000" cy="216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880000"/>
            <a:ext cx="6840000" cy="21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2696FBB-EB5C-4293-9014-59E70AE1A5E6}" type="datetime1">
              <a:rPr lang="es-ES" noProof="0" smtClean="0"/>
              <a:t>06/01/2026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8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6276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90" r:id="rId3"/>
    <p:sldLayoutId id="2147483781" r:id="rId4"/>
    <p:sldLayoutId id="2147483791" r:id="rId5"/>
    <p:sldLayoutId id="2147483782" r:id="rId6"/>
    <p:sldLayoutId id="2147483792" r:id="rId7"/>
    <p:sldLayoutId id="2147483783" r:id="rId8"/>
    <p:sldLayoutId id="2147483793" r:id="rId9"/>
    <p:sldLayoutId id="2147483784" r:id="rId10"/>
    <p:sldLayoutId id="2147483794" r:id="rId11"/>
    <p:sldLayoutId id="2147483785" r:id="rId12"/>
    <p:sldLayoutId id="2147483786" r:id="rId13"/>
    <p:sldLayoutId id="2147483787" r:id="rId14"/>
    <p:sldLayoutId id="2147483795" r:id="rId15"/>
    <p:sldLayoutId id="2147483788" r:id="rId16"/>
    <p:sldLayoutId id="214748378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8E5DF-D75E-E7AE-30F8-E3ED38BD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623850-690D-0B47-0EE3-18DCDB98DB6C}"/>
              </a:ext>
            </a:extLst>
          </p:cNvPr>
          <p:cNvSpPr/>
          <p:nvPr/>
        </p:nvSpPr>
        <p:spPr>
          <a:xfrm>
            <a:off x="1631373" y="1277189"/>
            <a:ext cx="1903959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RAW Data collection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72C3C2-1406-A266-D485-D31646953FB9}"/>
              </a:ext>
            </a:extLst>
          </p:cNvPr>
          <p:cNvSpPr/>
          <p:nvPr/>
        </p:nvSpPr>
        <p:spPr>
          <a:xfrm>
            <a:off x="3796085" y="1269643"/>
            <a:ext cx="2214494" cy="294688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Statistical aggregation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1254E8-E596-7C5F-B875-BB8CD68EF918}"/>
              </a:ext>
            </a:extLst>
          </p:cNvPr>
          <p:cNvSpPr/>
          <p:nvPr/>
        </p:nvSpPr>
        <p:spPr>
          <a:xfrm>
            <a:off x="8294432" y="1283877"/>
            <a:ext cx="1831773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Outlier detection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13BCE7-9C2C-B0D3-E4CA-30B3EDE30F51}"/>
              </a:ext>
            </a:extLst>
          </p:cNvPr>
          <p:cNvSpPr/>
          <p:nvPr/>
        </p:nvSpPr>
        <p:spPr>
          <a:xfrm>
            <a:off x="6658131" y="1773204"/>
            <a:ext cx="1868500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PDF’s parameters</a:t>
            </a:r>
            <a:endParaRPr lang="es-CO" sz="1500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675CD0-F571-875E-3B35-A849496DF67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3535332" y="1416987"/>
            <a:ext cx="260753" cy="4202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BEA512-BE12-F8DD-0E02-70B438FE19DB}"/>
              </a:ext>
            </a:extLst>
          </p:cNvPr>
          <p:cNvSpPr/>
          <p:nvPr/>
        </p:nvSpPr>
        <p:spPr>
          <a:xfrm>
            <a:off x="6200526" y="1277189"/>
            <a:ext cx="1903959" cy="294688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Zero &amp; null avoid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1C64C54-7CCF-91C0-55C9-C250D32FABC4}"/>
              </a:ext>
            </a:extLst>
          </p:cNvPr>
          <p:cNvSpPr/>
          <p:nvPr/>
        </p:nvSpPr>
        <p:spPr>
          <a:xfrm>
            <a:off x="4314226" y="1773204"/>
            <a:ext cx="2135199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PDF’s &amp; CDF’s values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4A6E082-1788-3664-4604-139FDED0DF2B}"/>
              </a:ext>
            </a:extLst>
          </p:cNvPr>
          <p:cNvSpPr/>
          <p:nvPr/>
        </p:nvSpPr>
        <p:spPr>
          <a:xfrm>
            <a:off x="1188290" y="1773204"/>
            <a:ext cx="2870274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Log(PDF’s) &amp; Log(CDF’s) values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E0F49E6-B0C4-DE9A-FD7C-CCBA59B118EC}"/>
              </a:ext>
            </a:extLst>
          </p:cNvPr>
          <p:cNvSpPr/>
          <p:nvPr/>
        </p:nvSpPr>
        <p:spPr>
          <a:xfrm>
            <a:off x="1895051" y="2276262"/>
            <a:ext cx="1246402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EDF’s values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ABBA77A-5244-D5C8-6546-A77A8445EE6B}"/>
              </a:ext>
            </a:extLst>
          </p:cNvPr>
          <p:cNvSpPr/>
          <p:nvPr/>
        </p:nvSpPr>
        <p:spPr>
          <a:xfrm>
            <a:off x="3350863" y="2289600"/>
            <a:ext cx="2135198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K–S test (CDF’s vs EDF’s)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ECF5ADE-341F-4B9C-88DE-EA0A726F30EB}"/>
              </a:ext>
            </a:extLst>
          </p:cNvPr>
          <p:cNvSpPr/>
          <p:nvPr/>
        </p:nvSpPr>
        <p:spPr>
          <a:xfrm>
            <a:off x="5747241" y="2276262"/>
            <a:ext cx="1873551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Best Fit (</a:t>
            </a:r>
            <a:r>
              <a:rPr lang="el-GR" sz="1500" dirty="0">
                <a:solidFill>
                  <a:schemeClr val="bg1"/>
                </a:solidFill>
              </a:rPr>
              <a:t>Δ</a:t>
            </a:r>
            <a:r>
              <a:rPr lang="es-CO" sz="1500" dirty="0">
                <a:solidFill>
                  <a:schemeClr val="bg1"/>
                </a:solidFill>
              </a:rPr>
              <a:t>o &gt; </a:t>
            </a:r>
            <a:r>
              <a:rPr lang="el-GR" sz="1500" dirty="0">
                <a:solidFill>
                  <a:schemeClr val="bg1"/>
                </a:solidFill>
              </a:rPr>
              <a:t>Δ</a:t>
            </a:r>
            <a:r>
              <a:rPr lang="en-US" sz="1500" dirty="0">
                <a:solidFill>
                  <a:schemeClr val="bg1"/>
                </a:solidFill>
              </a:rPr>
              <a:t>)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04B87EB-BFC0-A1C2-97DC-FB73113164C8}"/>
              </a:ext>
            </a:extLst>
          </p:cNvPr>
          <p:cNvSpPr/>
          <p:nvPr/>
        </p:nvSpPr>
        <p:spPr>
          <a:xfrm>
            <a:off x="7892630" y="2276262"/>
            <a:ext cx="2200489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Extreme values for Tr</a:t>
            </a:r>
            <a:endParaRPr lang="es-CO" sz="1500" baseline="-250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CB5DCF-212C-7CFF-A4DE-DD588EC6E10A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>
            <a:off x="6010579" y="1416987"/>
            <a:ext cx="189947" cy="7546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047E810-91B0-95E7-BF43-DC8674060983}"/>
              </a:ext>
            </a:extLst>
          </p:cNvPr>
          <p:cNvCxnSpPr>
            <a:cxnSpLocks/>
            <a:stCxn id="17" idx="3"/>
            <a:endCxn id="8" idx="1"/>
          </p:cNvCxnSpPr>
          <p:nvPr/>
        </p:nvCxnSpPr>
        <p:spPr>
          <a:xfrm>
            <a:off x="8104485" y="1424533"/>
            <a:ext cx="189947" cy="3344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E3DB32-2F4D-6CB6-551D-76BDA9A3CFF9}"/>
              </a:ext>
            </a:extLst>
          </p:cNvPr>
          <p:cNvCxnSpPr>
            <a:cxnSpLocks/>
            <a:stCxn id="56" idx="1"/>
            <a:endCxn id="9" idx="3"/>
          </p:cNvCxnSpPr>
          <p:nvPr/>
        </p:nvCxnSpPr>
        <p:spPr>
          <a:xfrm flipH="1">
            <a:off x="8526631" y="1913688"/>
            <a:ext cx="202256" cy="3516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4ABA373-09BC-59BA-5D5E-678C97763A2F}"/>
              </a:ext>
            </a:extLst>
          </p:cNvPr>
          <p:cNvCxnSpPr>
            <a:cxnSpLocks/>
            <a:stCxn id="8" idx="3"/>
            <a:endCxn id="56" idx="3"/>
          </p:cNvCxnSpPr>
          <p:nvPr/>
        </p:nvCxnSpPr>
        <p:spPr>
          <a:xfrm>
            <a:off x="10126205" y="1427877"/>
            <a:ext cx="564148" cy="485811"/>
          </a:xfrm>
          <a:prstGeom prst="bentConnector3">
            <a:avLst>
              <a:gd name="adj1" fmla="val 130535"/>
            </a:avLst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6FCE49E-4A14-9053-CCA1-42655A3F42F7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>
          <a:xfrm flipH="1">
            <a:off x="4058564" y="1917204"/>
            <a:ext cx="255662" cy="0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D245CE0-1946-6952-C59B-3C6399496EBD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3141453" y="2420262"/>
            <a:ext cx="209410" cy="13338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85E0081-5D14-5B45-59F9-A9C562A04D70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5486061" y="2420262"/>
            <a:ext cx="261180" cy="13338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5D3874C0-D77C-E2FA-D380-2348984429DE}"/>
              </a:ext>
            </a:extLst>
          </p:cNvPr>
          <p:cNvCxnSpPr>
            <a:cxnSpLocks/>
            <a:stCxn id="19" idx="1"/>
            <a:endCxn id="20" idx="1"/>
          </p:cNvCxnSpPr>
          <p:nvPr/>
        </p:nvCxnSpPr>
        <p:spPr>
          <a:xfrm rot="10800000" flipH="1" flipV="1">
            <a:off x="1188289" y="1917204"/>
            <a:ext cx="706761" cy="503058"/>
          </a:xfrm>
          <a:prstGeom prst="bentConnector3">
            <a:avLst>
              <a:gd name="adj1" fmla="val -12110"/>
            </a:avLst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7694FB0-6810-5BE8-79CC-B512908E461D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7620792" y="2420262"/>
            <a:ext cx="271838" cy="0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C129CF2-A55B-B963-C457-2EAA409BB189}"/>
              </a:ext>
            </a:extLst>
          </p:cNvPr>
          <p:cNvSpPr/>
          <p:nvPr/>
        </p:nvSpPr>
        <p:spPr>
          <a:xfrm>
            <a:off x="8728887" y="1769688"/>
            <a:ext cx="1961466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General n data filter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958A4DE7-BD9C-F0D7-DEF3-76136504BD95}"/>
              </a:ext>
            </a:extLst>
          </p:cNvPr>
          <p:cNvSpPr/>
          <p:nvPr/>
        </p:nvSpPr>
        <p:spPr>
          <a:xfrm>
            <a:off x="1886227" y="3858999"/>
            <a:ext cx="2358950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</a:rPr>
              <a:t>Best Fit integrated table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A0D2F96A-9DC2-C15D-9D46-30A936A7BA45}"/>
              </a:ext>
            </a:extLst>
          </p:cNvPr>
          <p:cNvSpPr/>
          <p:nvPr/>
        </p:nvSpPr>
        <p:spPr>
          <a:xfrm>
            <a:off x="4553870" y="3858999"/>
            <a:ext cx="1873551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</a:rPr>
              <a:t>Specific n data filter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559FFC92-9283-17F6-610D-3678F92C38C5}"/>
              </a:ext>
            </a:extLst>
          </p:cNvPr>
          <p:cNvSpPr/>
          <p:nvPr/>
        </p:nvSpPr>
        <p:spPr>
          <a:xfrm>
            <a:off x="6937946" y="3227514"/>
            <a:ext cx="2340000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</a:rPr>
              <a:t>Stations catalog analysis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77012F23-C673-0729-7CEE-86D66F361675}"/>
              </a:ext>
            </a:extLst>
          </p:cNvPr>
          <p:cNvSpPr/>
          <p:nvPr/>
        </p:nvSpPr>
        <p:spPr>
          <a:xfrm>
            <a:off x="6937946" y="3658554"/>
            <a:ext cx="2333078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</a:rPr>
              <a:t>Global Best Fit EDF’s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1D3BF03B-35F8-AE18-49B3-243E303F5D29}"/>
              </a:ext>
            </a:extLst>
          </p:cNvPr>
          <p:cNvSpPr/>
          <p:nvPr/>
        </p:nvSpPr>
        <p:spPr>
          <a:xfrm>
            <a:off x="6937946" y="4089594"/>
            <a:ext cx="2333078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</a:rPr>
              <a:t>Global Best Fit PDF’s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758D98EF-78E0-7E37-2F4E-32B9536AC845}"/>
              </a:ext>
            </a:extLst>
          </p:cNvPr>
          <p:cNvSpPr/>
          <p:nvPr/>
        </p:nvSpPr>
        <p:spPr>
          <a:xfrm>
            <a:off x="6937946" y="4520635"/>
            <a:ext cx="2333078" cy="288000"/>
          </a:xfrm>
          <a:prstGeom prst="roundRect">
            <a:avLst/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</a:rPr>
              <a:t>Best Fit by Spatial Zone</a:t>
            </a:r>
            <a:endParaRPr lang="es-CO" sz="1500" dirty="0">
              <a:solidFill>
                <a:schemeClr val="bg1"/>
              </a:solidFill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38FBEE1-63BD-EF5F-55D0-F1139FFA9EC6}"/>
              </a:ext>
            </a:extLst>
          </p:cNvPr>
          <p:cNvCxnSpPr>
            <a:cxnSpLocks/>
            <a:stCxn id="96" idx="3"/>
            <a:endCxn id="97" idx="1"/>
          </p:cNvCxnSpPr>
          <p:nvPr/>
        </p:nvCxnSpPr>
        <p:spPr>
          <a:xfrm>
            <a:off x="4245177" y="4002999"/>
            <a:ext cx="308693" cy="0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8AFAD83E-50F3-B3D6-18AA-909D929D5774}"/>
              </a:ext>
            </a:extLst>
          </p:cNvPr>
          <p:cNvCxnSpPr>
            <a:cxnSpLocks/>
            <a:stCxn id="97" idx="3"/>
            <a:endCxn id="98" idx="1"/>
          </p:cNvCxnSpPr>
          <p:nvPr/>
        </p:nvCxnSpPr>
        <p:spPr>
          <a:xfrm flipV="1">
            <a:off x="6427421" y="3371514"/>
            <a:ext cx="510525" cy="631485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62857AFE-D5F7-48D6-E92E-3EAFA67D813F}"/>
              </a:ext>
            </a:extLst>
          </p:cNvPr>
          <p:cNvCxnSpPr>
            <a:cxnSpLocks/>
            <a:stCxn id="97" idx="3"/>
            <a:endCxn id="99" idx="1"/>
          </p:cNvCxnSpPr>
          <p:nvPr/>
        </p:nvCxnSpPr>
        <p:spPr>
          <a:xfrm flipV="1">
            <a:off x="6427421" y="3802554"/>
            <a:ext cx="510525" cy="200445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FE77968-CDBF-B85B-44AA-618BC9CAD67D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>
            <a:off x="6427421" y="4002999"/>
            <a:ext cx="510525" cy="230595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ABBED3DE-FBA1-13D3-6CD9-E9A3C93EA0E8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6427421" y="4002999"/>
            <a:ext cx="510525" cy="661636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9D349C5F-D6BC-42D2-F01A-C53D0E497D5B}"/>
              </a:ext>
            </a:extLst>
          </p:cNvPr>
          <p:cNvSpPr txBox="1"/>
          <p:nvPr/>
        </p:nvSpPr>
        <p:spPr>
          <a:xfrm>
            <a:off x="3851801" y="870963"/>
            <a:ext cx="43175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Diagram of Station PMP processing</a:t>
            </a:r>
            <a:endParaRPr lang="es-CO" sz="15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692FA64-2F6D-E998-761C-BCD36BF76E67}"/>
              </a:ext>
            </a:extLst>
          </p:cNvPr>
          <p:cNvSpPr txBox="1"/>
          <p:nvPr/>
        </p:nvSpPr>
        <p:spPr>
          <a:xfrm>
            <a:off x="3946774" y="2853276"/>
            <a:ext cx="43175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Diagram of Global &amp; Zonal PMP Best Fit analysis</a:t>
            </a:r>
            <a:endParaRPr lang="es-CO" sz="1500" dirty="0"/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900E5BFC-B265-9E84-5C7C-C23487E4AE5F}"/>
              </a:ext>
            </a:extLst>
          </p:cNvPr>
          <p:cNvCxnSpPr>
            <a:cxnSpLocks/>
            <a:stCxn id="9" idx="1"/>
            <a:endCxn id="18" idx="3"/>
          </p:cNvCxnSpPr>
          <p:nvPr/>
        </p:nvCxnSpPr>
        <p:spPr>
          <a:xfrm flipH="1">
            <a:off x="6449425" y="1917204"/>
            <a:ext cx="208706" cy="0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5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126">
        <p:fade/>
      </p:transition>
    </mc:Choice>
    <mc:Fallback xmlns="">
      <p:transition spd="med" advTm="4126">
        <p:fade/>
      </p:transition>
    </mc:Fallback>
  </mc:AlternateContent>
</p:sld>
</file>

<file path=ppt/theme/theme1.xml><?xml version="1.0" encoding="utf-8"?>
<a:theme xmlns:a="http://schemas.openxmlformats.org/drawingml/2006/main" name="Tema de R.TeachingResearchGuide">
  <a:themeElements>
    <a:clrScheme name="R.TeachingResearchGuide">
      <a:dk1>
        <a:sysClr val="windowText" lastClr="000000"/>
      </a:dk1>
      <a:lt1>
        <a:srgbClr val="F8F8F8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990000"/>
      </a:hlink>
      <a:folHlink>
        <a:srgbClr val="919191"/>
      </a:folHlink>
    </a:clrScheme>
    <a:fontScheme name="R.TeachingResearchGuide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" id="{5A35A6FC-B87C-4B67-9B88-2A7DF7702ABE}" vid="{05B25DEA-0386-406F-A99F-5BE9D4B84DC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011499791B4EB69D0A56FFA67F2B" ma:contentTypeVersion="30" ma:contentTypeDescription="Create a new document." ma:contentTypeScope="" ma:versionID="f76dc847e91b26043a9f85409c9c8da8">
  <xsd:schema xmlns:xsd="http://www.w3.org/2001/XMLSchema" xmlns:xs="http://www.w3.org/2001/XMLSchema" xmlns:p="http://schemas.microsoft.com/office/2006/metadata/properties" xmlns:ns3="bf3e1746-bde1-4d6e-9c3f-7182572f7502" xmlns:ns4="14224164-2045-4b51-92bb-313d0f626d83" targetNamespace="http://schemas.microsoft.com/office/2006/metadata/properties" ma:root="true" ma:fieldsID="e77e75136ac7a83ebab10a30c2d6fe6c" ns3:_="" ns4:_="">
    <xsd:import namespace="bf3e1746-bde1-4d6e-9c3f-7182572f7502"/>
    <xsd:import namespace="14224164-2045-4b51-92bb-313d0f626d8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Math_Settings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Distribution_Groups" minOccurs="0"/>
                <xsd:element ref="ns3:LMS_Mapping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3e1746-bde1-4d6e-9c3f-7182572f75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NotebookType" ma:index="10" nillable="true" ma:displayName="Notebook Type" ma:internalName="NotebookType">
      <xsd:simpleType>
        <xsd:restriction base="dms:Text"/>
      </xsd:simpleType>
    </xsd:element>
    <xsd:element name="FolderType" ma:index="11" nillable="true" ma:displayName="Folder Type" ma:internalName="FolderType">
      <xsd:simpleType>
        <xsd:restriction base="dms:Text"/>
      </xsd:simpleType>
    </xsd:element>
    <xsd:element name="CultureName" ma:index="12" nillable="true" ma:displayName="Culture Name" ma:internalName="CultureName">
      <xsd:simpleType>
        <xsd:restriction base="dms:Text"/>
      </xsd:simpleType>
    </xsd:element>
    <xsd:element name="AppVersion" ma:index="13" nillable="true" ma:displayName="App Version" ma:internalName="AppVersion">
      <xsd:simpleType>
        <xsd:restriction base="dms:Text"/>
      </xsd:simpleType>
    </xsd:element>
    <xsd:element name="TeamsChannelId" ma:index="14" nillable="true" ma:displayName="Teams Channel Id" ma:internalName="TeamsChannelId">
      <xsd:simpleType>
        <xsd:restriction base="dms:Text"/>
      </xsd:simpleType>
    </xsd:element>
    <xsd:element name="Owner" ma:index="1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6" nillable="true" ma:displayName="Math Settings" ma:internalName="Math_Settings">
      <xsd:simpleType>
        <xsd:restriction base="dms:Text"/>
      </xsd:simpleType>
    </xsd:element>
    <xsd:element name="DefaultSectionNames" ma:index="1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8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9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0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1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4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5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6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7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8" nillable="true" ma:displayName="Is Collaboration Space Locked" ma:internalName="Is_Collaboration_Space_Locked">
      <xsd:simpleType>
        <xsd:restriction base="dms:Boolean"/>
      </xsd:simpleType>
    </xsd:element>
    <xsd:element name="IsNotebookLocked" ma:index="29" nillable="true" ma:displayName="Is Notebook Locked" ma:internalName="IsNotebookLocked">
      <xsd:simpleType>
        <xsd:restriction base="dms:Boolean"/>
      </xsd:simpleType>
    </xsd:element>
    <xsd:element name="MediaServiceAutoTags" ma:index="33" nillable="true" ma:displayName="Tags" ma:internalName="MediaServiceAutoTags" ma:readOnly="true">
      <xsd:simpleType>
        <xsd:restriction base="dms:Text"/>
      </xsd:simpleType>
    </xsd:element>
    <xsd:element name="MediaServiceOCR" ma:index="3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37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224164-2045-4b51-92bb-313d0f626d83" elementFormDefault="qualified">
    <xsd:import namespace="http://schemas.microsoft.com/office/2006/documentManagement/types"/>
    <xsd:import namespace="http://schemas.microsoft.com/office/infopath/2007/PartnerControls"/>
    <xsd:element name="SharedWithUsers" ma:index="3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3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bf3e1746-bde1-4d6e-9c3f-7182572f7502" xsi:nil="true"/>
    <CultureName xmlns="bf3e1746-bde1-4d6e-9c3f-7182572f7502" xsi:nil="true"/>
    <Students xmlns="bf3e1746-bde1-4d6e-9c3f-7182572f7502">
      <UserInfo>
        <DisplayName/>
        <AccountId xsi:nil="true"/>
        <AccountType/>
      </UserInfo>
    </Students>
    <Distribution_Groups xmlns="bf3e1746-bde1-4d6e-9c3f-7182572f7502" xsi:nil="true"/>
    <FolderType xmlns="bf3e1746-bde1-4d6e-9c3f-7182572f7502" xsi:nil="true"/>
    <Student_Groups xmlns="bf3e1746-bde1-4d6e-9c3f-7182572f7502">
      <UserInfo>
        <DisplayName/>
        <AccountId xsi:nil="true"/>
        <AccountType/>
      </UserInfo>
    </Student_Groups>
    <Self_Registration_Enabled xmlns="bf3e1746-bde1-4d6e-9c3f-7182572f7502" xsi:nil="true"/>
    <TeamsChannelId xmlns="bf3e1746-bde1-4d6e-9c3f-7182572f7502" xsi:nil="true"/>
    <IsNotebookLocked xmlns="bf3e1746-bde1-4d6e-9c3f-7182572f7502" xsi:nil="true"/>
    <DefaultSectionNames xmlns="bf3e1746-bde1-4d6e-9c3f-7182572f7502" xsi:nil="true"/>
    <Is_Collaboration_Space_Locked xmlns="bf3e1746-bde1-4d6e-9c3f-7182572f7502" xsi:nil="true"/>
    <Invited_Teachers xmlns="bf3e1746-bde1-4d6e-9c3f-7182572f7502" xsi:nil="true"/>
    <Math_Settings xmlns="bf3e1746-bde1-4d6e-9c3f-7182572f7502" xsi:nil="true"/>
    <Templates xmlns="bf3e1746-bde1-4d6e-9c3f-7182572f7502" xsi:nil="true"/>
    <Has_Teacher_Only_SectionGroup xmlns="bf3e1746-bde1-4d6e-9c3f-7182572f7502" xsi:nil="true"/>
    <AppVersion xmlns="bf3e1746-bde1-4d6e-9c3f-7182572f7502" xsi:nil="true"/>
    <Invited_Students xmlns="bf3e1746-bde1-4d6e-9c3f-7182572f7502" xsi:nil="true"/>
    <Owner xmlns="bf3e1746-bde1-4d6e-9c3f-7182572f7502">
      <UserInfo>
        <DisplayName/>
        <AccountId xsi:nil="true"/>
        <AccountType/>
      </UserInfo>
    </Owner>
    <Teachers xmlns="bf3e1746-bde1-4d6e-9c3f-7182572f7502">
      <UserInfo>
        <DisplayName/>
        <AccountId xsi:nil="true"/>
        <AccountType/>
      </UserInfo>
    </Teachers>
    <LMS_Mappings xmlns="bf3e1746-bde1-4d6e-9c3f-7182572f750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29B439-51BE-4A7D-9272-FBD057297E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3e1746-bde1-4d6e-9c3f-7182572f7502"/>
    <ds:schemaRef ds:uri="14224164-2045-4b51-92bb-313d0f626d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DD01B8-816B-49B7-8C81-03AB51D87C54}">
  <ds:schemaRefs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14224164-2045-4b51-92bb-313d0f626d83"/>
    <ds:schemaRef ds:uri="bf3e1746-bde1-4d6e-9c3f-7182572f7502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024FD56-CE1B-42FC-9E83-BFBF160724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Plantilla_PPTX_Videos</Template>
  <TotalTime>1815</TotalTime>
  <Words>93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Light</vt:lpstr>
      <vt:lpstr>Tema de R.TeachingResearchGuide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/>
  <cp:lastModifiedBy>WILLIAM RICARDO AGUILAR PIÑA</cp:lastModifiedBy>
  <cp:revision>129</cp:revision>
  <dcterms:created xsi:type="dcterms:W3CDTF">2022-08-04T19:07:18Z</dcterms:created>
  <dcterms:modified xsi:type="dcterms:W3CDTF">2026-01-06T16:20:01Z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0x010100C089011499791B4EB69D0A56FFA67F2B</vt:lpwstr>
  </property>
  <property fmtid="{D5CDD505-2E9C-101B-9397-08002B2CF9AE}" pid="3" name="Order">
    <vt:r8>74062900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