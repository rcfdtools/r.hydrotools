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78" r:id="rId4"/>
  </p:sldMasterIdLst>
  <p:notesMasterIdLst>
    <p:notesMasterId r:id="rId7"/>
  </p:notesMasterIdLst>
  <p:handoutMasterIdLst>
    <p:handoutMasterId r:id="rId8"/>
  </p:handoutMasterIdLst>
  <p:sldIdLst>
    <p:sldId id="350" r:id="rId5"/>
    <p:sldId id="351" r:id="rId6"/>
  </p:sldIdLst>
  <p:sldSz cx="12192000" cy="6858000"/>
  <p:notesSz cx="6858000" cy="9144000"/>
  <p:defaultTextStyle>
    <a:defPPr>
      <a:defRPr lang="en-US"/>
    </a:defPPr>
    <a:lvl1pPr marL="0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6194743-3C7C-499C-B327-CF08643433A4}">
          <p14:sldIdLst>
            <p14:sldId id="350"/>
            <p14:sldId id="35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F0"/>
    <a:srgbClr val="3B3B3B"/>
    <a:srgbClr val="FFFFFF"/>
    <a:srgbClr val="990000"/>
    <a:srgbClr val="F8F8F8"/>
    <a:srgbClr val="FAFAFA"/>
    <a:srgbClr val="EEEEEE"/>
    <a:srgbClr val="E8E8E8"/>
    <a:srgbClr val="DCDC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202B0CA-FC54-4496-8BCA-5EF66A818D29}" styleName="Estilo oscuro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067" autoAdjust="0"/>
    <p:restoredTop sz="95033" autoAdjust="0"/>
  </p:normalViewPr>
  <p:slideViewPr>
    <p:cSldViewPr snapToGrid="0" showGuides="1">
      <p:cViewPr varScale="1">
        <p:scale>
          <a:sx n="110" d="100"/>
          <a:sy n="110" d="100"/>
        </p:scale>
        <p:origin x="723" y="4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0" d="100"/>
          <a:sy n="90" d="100"/>
        </p:scale>
        <p:origin x="3774" y="78"/>
      </p:cViewPr>
      <p:guideLst/>
    </p:cSldViewPr>
  </p:notesViewPr>
  <p:gridSpacing cx="1522800" cy="1522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 dirty="0"/>
          </a:p>
        </p:txBody>
      </p:sp>
      <p:sp>
        <p:nvSpPr>
          <p:cNvPr id="3" name="Marcador de posición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AB3E6E3-061B-41A2-BBDC-C5312A04A40A}" type="datetime1">
              <a:rPr lang="es-ES" smtClean="0"/>
              <a:t>09/04/2026</a:t>
            </a:fld>
            <a:endParaRPr lang="es-ES" dirty="0"/>
          </a:p>
        </p:txBody>
      </p:sp>
      <p:sp>
        <p:nvSpPr>
          <p:cNvPr id="4" name="Marcador de posición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B78FE58C-C1A6-4C4C-90C2-B7F5B0504B2D}" type="slidenum">
              <a:rPr lang="es-ES" smtClean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3460503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 noProof="0" dirty="0"/>
          </a:p>
        </p:txBody>
      </p:sp>
      <p:sp>
        <p:nvSpPr>
          <p:cNvPr id="3" name="Marcador de posición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145992C-CBBF-4F24-8325-F5CB0EAAC0E9}" type="datetime1">
              <a:rPr lang="es-ES" noProof="0" smtClean="0"/>
              <a:t>09/04/2026</a:t>
            </a:fld>
            <a:endParaRPr lang="es-ES" noProof="0" dirty="0"/>
          </a:p>
        </p:txBody>
      </p:sp>
      <p:sp>
        <p:nvSpPr>
          <p:cNvPr id="4" name="Marcador de posición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s-ES_tradnl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s-ES" noProof="0" dirty="0"/>
              <a:t>Editar el estilo de texto del patrón</a:t>
            </a:r>
          </a:p>
          <a:p>
            <a:pPr lvl="1" rtl="0"/>
            <a:r>
              <a:rPr lang="es-ES" noProof="0" dirty="0"/>
              <a:t>Segundo nivel</a:t>
            </a:r>
          </a:p>
          <a:p>
            <a:pPr lvl="2" rtl="0"/>
            <a:r>
              <a:rPr lang="es-ES" noProof="0" dirty="0"/>
              <a:t>Tercer nivel</a:t>
            </a:r>
          </a:p>
          <a:p>
            <a:pPr lvl="3" rtl="0"/>
            <a:r>
              <a:rPr lang="es-ES" noProof="0" dirty="0"/>
              <a:t>Cuarto nivel</a:t>
            </a:r>
          </a:p>
          <a:p>
            <a:pPr lvl="4" rtl="0"/>
            <a:r>
              <a:rPr lang="es-ES" noProof="0" dirty="0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 noProof="0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10E1E9A-E921-4174-A0FC-51868D7AC568}" type="slidenum">
              <a:rPr lang="es-ES" noProof="0" smtClean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7378600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19568-E7B8-F265-12B2-0EC432D5F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8E5A09-D50C-F8BA-42D2-D876BBBE22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410B4B-82C3-FFAC-1638-528BF37E04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8BF52E-E8CF-69FF-723A-7366CD0618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810E1E9A-E921-4174-A0FC-51868D7AC568}" type="slidenum">
              <a:rPr lang="es-ES" noProof="0" smtClean="0"/>
              <a:t>1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0997871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01B1B0-062B-F410-F473-4BD4D1C8C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2EAA80-81BB-F685-E8BF-7C399C6DDF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6C0376-F98B-9CF7-3848-274211BF68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1EB69C-87E8-9B0E-47DE-6C2AC498E8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810E1E9A-E921-4174-A0FC-51868D7AC568}" type="slidenum">
              <a:rPr lang="es-ES" noProof="0" smtClean="0"/>
              <a:t>2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41279778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bienvenida e introdu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720000" y="720000"/>
            <a:ext cx="6840000" cy="2880000"/>
          </a:xfrm>
        </p:spPr>
        <p:txBody>
          <a:bodyPr anchor="t" anchorCtr="0">
            <a:normAutofit/>
          </a:bodyPr>
          <a:lstStyle>
            <a:lvl1pPr algn="l">
              <a:defRPr sz="2600"/>
            </a:lvl1pPr>
          </a:lstStyle>
          <a:p>
            <a:r>
              <a:rPr lang="es-ES" dirty="0"/>
              <a:t>Ingrese aquí el título de la sección, actividad o clase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3701988"/>
            <a:ext cx="6840000" cy="1553775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s-ES" dirty="0"/>
              <a:t>Ingrese aquí un texto descriptivo de esta actividad (opcional)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55224D71-97F5-4B9D-B11B-235152E09E96}" type="datetime1">
              <a:rPr lang="es-ES" noProof="0" smtClean="0"/>
              <a:t>09/04/2026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t>‹#›</a:t>
            </a:fld>
            <a:endParaRPr lang="es-ES" noProof="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64332D5-1933-C57D-42B6-183DC2A4C567}"/>
              </a:ext>
            </a:extLst>
          </p:cNvPr>
          <p:cNvSpPr/>
          <p:nvPr/>
        </p:nvSpPr>
        <p:spPr>
          <a:xfrm>
            <a:off x="720000" y="5598000"/>
            <a:ext cx="613813" cy="540000"/>
          </a:xfrm>
          <a:prstGeom prst="roundRect">
            <a:avLst/>
          </a:pr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37EDCC3F-5122-AA78-5970-BD245E57943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27652" y="5598000"/>
            <a:ext cx="4320000" cy="540000"/>
          </a:xfrm>
          <a:solidFill>
            <a:schemeClr val="bg1">
              <a:lumMod val="75000"/>
            </a:schemeClr>
          </a:solidFill>
        </p:spPr>
        <p:txBody>
          <a:bodyPr anchor="ctr" anchorCtr="0">
            <a:noAutofit/>
          </a:bodyPr>
          <a:lstStyle>
            <a:lvl1pPr marL="0" indent="0">
              <a:buNone/>
              <a:defRPr sz="1800">
                <a:solidFill>
                  <a:schemeClr val="bg1">
                    <a:lumMod val="10000"/>
                  </a:schemeClr>
                </a:solidFill>
                <a:latin typeface="+mn-lt"/>
              </a:defRPr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r>
              <a:rPr lang="en-US" sz="18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Ingrese</a:t>
            </a:r>
            <a:r>
              <a:rPr lang="en-US" sz="18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aquí</a:t>
            </a:r>
            <a:r>
              <a:rPr lang="en-US" sz="18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</a:t>
            </a:r>
            <a:r>
              <a:rPr lang="en-US" sz="18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nombre</a:t>
            </a:r>
            <a:r>
              <a:rPr lang="en-US" sz="18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US" sz="18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requerido</a:t>
            </a:r>
            <a:r>
              <a:rPr lang="en-US" sz="18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92397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 co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19999"/>
            <a:ext cx="6840000" cy="810000"/>
          </a:xfrm>
        </p:spPr>
        <p:txBody>
          <a:bodyPr anchor="b" anchorCtr="0">
            <a:normAutofit/>
          </a:bodyPr>
          <a:lstStyle>
            <a:lvl1pPr>
              <a:defRPr sz="2600"/>
            </a:lvl1pPr>
          </a:lstStyle>
          <a:p>
            <a:r>
              <a:rPr lang="es-ES" dirty="0"/>
              <a:t>Ingrese aquí un subtítulo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0000" y="1620000"/>
            <a:ext cx="6840000" cy="4590000"/>
          </a:xfrm>
        </p:spPr>
        <p:txBody>
          <a:bodyPr/>
          <a:lstStyle>
            <a:lvl1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20000" y="6356351"/>
            <a:ext cx="2743200" cy="365125"/>
          </a:xfrm>
        </p:spPr>
        <p:txBody>
          <a:bodyPr/>
          <a:lstStyle/>
          <a:p>
            <a:pPr rtl="0"/>
            <a:fld id="{0D82DBE2-B5E9-4999-A9C0-55ED93FCE73D}" type="datetime1">
              <a:rPr lang="es-ES" noProof="0" smtClean="0"/>
              <a:t>09/04/2026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815808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 si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19999"/>
            <a:ext cx="10753200" cy="810000"/>
          </a:xfrm>
        </p:spPr>
        <p:txBody>
          <a:bodyPr anchor="b" anchorCtr="0">
            <a:normAutofit/>
          </a:bodyPr>
          <a:lstStyle>
            <a:lvl1pPr>
              <a:defRPr sz="2600"/>
            </a:lvl1pPr>
          </a:lstStyle>
          <a:p>
            <a:r>
              <a:rPr lang="es-ES" dirty="0"/>
              <a:t>Ingrese aquí un subtítulo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0000" y="1620000"/>
            <a:ext cx="10753200" cy="4590000"/>
          </a:xfrm>
        </p:spPr>
        <p:txBody>
          <a:bodyPr/>
          <a:lstStyle>
            <a:lvl1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20000" y="6356351"/>
            <a:ext cx="2743200" cy="365125"/>
          </a:xfrm>
        </p:spPr>
        <p:txBody>
          <a:bodyPr/>
          <a:lstStyle/>
          <a:p>
            <a:pPr rtl="0"/>
            <a:fld id="{89B7BC24-C90D-4DAD-A6CB-BBA58C4D57BB}" type="datetime1">
              <a:rPr lang="es-ES" noProof="0" smtClean="0"/>
              <a:t>09/04/2026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5099722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 co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1709740"/>
            <a:ext cx="6840000" cy="2852737"/>
          </a:xfrm>
        </p:spPr>
        <p:txBody>
          <a:bodyPr anchor="b">
            <a:normAutofit/>
          </a:bodyPr>
          <a:lstStyle>
            <a:lvl1pPr>
              <a:defRPr sz="2600">
                <a:solidFill>
                  <a:schemeClr val="tx1"/>
                </a:solidFill>
              </a:defRPr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20000" y="4643020"/>
            <a:ext cx="6840000" cy="1446631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Ingrese aquí una breve descripción del alcance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17D4995-77A4-48E5-92B1-2DC992A39FBB}" type="datetime1">
              <a:rPr lang="es-ES" noProof="0" smtClean="0"/>
              <a:t>09/04/2026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33937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 si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1709740"/>
            <a:ext cx="10753200" cy="2852737"/>
          </a:xfrm>
        </p:spPr>
        <p:txBody>
          <a:bodyPr anchor="b">
            <a:normAutofit/>
          </a:bodyPr>
          <a:lstStyle>
            <a:lvl1pPr>
              <a:defRPr sz="2600">
                <a:solidFill>
                  <a:schemeClr val="tx1"/>
                </a:solidFill>
              </a:defRPr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20000" y="4651898"/>
            <a:ext cx="10753200" cy="1437753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Ingrese aquí una breve descripción del alcance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E8112B3-1F24-452F-80DE-56BF301098EC}" type="datetime1">
              <a:rPr lang="es-ES" noProof="0" smtClean="0"/>
              <a:t>09/04/2026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733040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 co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6840000" cy="810000"/>
          </a:xfrm>
        </p:spPr>
        <p:txBody>
          <a:bodyPr anchor="b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20000" y="1710000"/>
            <a:ext cx="3330000" cy="44100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0000" y="1710000"/>
            <a:ext cx="3330000" cy="44100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39B46DA2-8C2E-44C4-A865-CD3D33CFD45F}" type="datetime1">
              <a:rPr lang="es-ES" noProof="0" smtClean="0"/>
              <a:t>09/04/2026</a:t>
            </a:fld>
            <a:endParaRPr lang="es-E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126167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 si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10753200" cy="810000"/>
          </a:xfrm>
        </p:spPr>
        <p:txBody>
          <a:bodyPr anchor="b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20000" y="1710000"/>
            <a:ext cx="5220000" cy="44100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52002" y="1710000"/>
            <a:ext cx="5220000" cy="44100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D1525062-C568-4AE5-A98F-45E6D6D3E9AC}" type="datetime1">
              <a:rPr lang="es-ES" noProof="0" smtClean="0"/>
              <a:t>09/04/2026</a:t>
            </a:fld>
            <a:endParaRPr lang="es-E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960689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 co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6840000" cy="810000"/>
          </a:xfrm>
        </p:spPr>
        <p:txBody>
          <a:bodyPr anchor="b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19999" y="1681163"/>
            <a:ext cx="3330000" cy="82391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s-ES" dirty="0"/>
              <a:t>Subtítulo primer elemento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999" y="2656238"/>
            <a:ext cx="3330000" cy="3481762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4230000" y="1696688"/>
            <a:ext cx="3330000" cy="823912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s-ES" dirty="0"/>
              <a:t>Subtítulo segundo elemento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30000" y="2687287"/>
            <a:ext cx="3330000" cy="3466237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8EBA81B0-EA87-4E7B-A74D-942650D6BCED}" type="datetime1">
              <a:rPr lang="es-ES" noProof="0" smtClean="0"/>
              <a:t>09/04/2026</a:t>
            </a:fld>
            <a:endParaRPr lang="es-E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460816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 si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10753200" cy="810000"/>
          </a:xfrm>
        </p:spPr>
        <p:txBody>
          <a:bodyPr anchor="b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19999" y="1681163"/>
            <a:ext cx="5220000" cy="82391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s-ES" dirty="0"/>
              <a:t>Subtítulo primer elemento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999" y="2656237"/>
            <a:ext cx="5220000" cy="3481763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252000" y="1681163"/>
            <a:ext cx="5220000" cy="823912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s-ES" dirty="0"/>
              <a:t>Subtítulo segundo elemento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52000" y="2656238"/>
            <a:ext cx="5220000" cy="3481763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6653BDA-CE15-46D4-A5A4-C9E9758DEFB2}" type="datetime1">
              <a:rPr lang="es-ES" noProof="0" smtClean="0"/>
              <a:t>09/04/2026</a:t>
            </a:fld>
            <a:endParaRPr lang="es-E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42839666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 co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AB3A384-AAB1-4A76-A43B-EFE930A802BF}" type="datetime1">
              <a:rPr lang="es-ES" noProof="0" smtClean="0"/>
              <a:t>09/04/2026</a:t>
            </a:fld>
            <a:endParaRPr lang="es-ES" noProof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5366686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 si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10753200" cy="2160000"/>
          </a:xfrm>
        </p:spPr>
        <p:txBody>
          <a:bodyPr/>
          <a:lstStyle/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95F109E8-29A7-4A4D-BBAF-954B5246DC6B}" type="datetime1">
              <a:rPr lang="es-ES" noProof="0" smtClean="0"/>
              <a:t>09/04/2026</a:t>
            </a:fld>
            <a:endParaRPr lang="es-ES" noProof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318467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3EDF4B7F-437B-43B6-8193-868254AADFEB}" type="datetime1">
              <a:rPr lang="es-ES" noProof="0" smtClean="0"/>
              <a:t>09/04/2026</a:t>
            </a:fld>
            <a:endParaRPr lang="es-ES" noProof="0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4916610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 si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19999" y="720000"/>
            <a:ext cx="4140000" cy="810000"/>
          </a:xfrm>
        </p:spPr>
        <p:txBody>
          <a:bodyPr anchor="t" anchorCtr="0">
            <a:normAutofit/>
          </a:bodyPr>
          <a:lstStyle>
            <a:lvl1pPr>
              <a:defRPr sz="2600"/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720001"/>
            <a:ext cx="6288812" cy="5409468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20000" y="1719468"/>
            <a:ext cx="4139999" cy="44100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s-ES" dirty="0"/>
              <a:t>Ingrese aquí el texto descriptivo de la imagen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5FD9D2A0-9803-4B3F-A6B6-606959F35242}" type="datetime1">
              <a:rPr lang="es-ES" noProof="0" smtClean="0"/>
              <a:t>09/04/2026</a:t>
            </a:fld>
            <a:endParaRPr lang="es-E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1781988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 co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6840000" cy="810000"/>
          </a:xfrm>
        </p:spPr>
        <p:txBody>
          <a:bodyPr anchor="t" anchorCtr="0">
            <a:noAutofit/>
          </a:bodyPr>
          <a:lstStyle>
            <a:lvl1pPr>
              <a:defRPr sz="2600"/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19999" y="2340002"/>
            <a:ext cx="6840000" cy="3797998"/>
          </a:xfrm>
        </p:spPr>
        <p:txBody>
          <a:bodyPr anchor="t">
            <a:normAutofit/>
          </a:bodyPr>
          <a:lstStyle>
            <a:lvl1pPr marL="0" indent="0">
              <a:buNone/>
              <a:defRPr sz="24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20000" y="1530001"/>
            <a:ext cx="6840000" cy="8100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s-ES" dirty="0"/>
              <a:t>Ingrese aquí el texto descriptivo de la imagen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48CB6FA-6884-4007-A174-A67BE7A1CA93}" type="datetime1">
              <a:rPr lang="es-ES" noProof="0" smtClean="0"/>
              <a:t>09/04/2026</a:t>
            </a:fld>
            <a:endParaRPr lang="es-E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8622993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 si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4140000" cy="810000"/>
          </a:xfrm>
        </p:spPr>
        <p:txBody>
          <a:bodyPr anchor="t" anchorCtr="0">
            <a:noAutofit/>
          </a:bodyPr>
          <a:lstStyle>
            <a:lvl1pPr>
              <a:defRPr sz="2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720000"/>
            <a:ext cx="6288812" cy="5417999"/>
          </a:xfrm>
        </p:spPr>
        <p:txBody>
          <a:bodyPr anchor="t">
            <a:normAutofit/>
          </a:bodyPr>
          <a:lstStyle>
            <a:lvl1pPr marL="0" indent="0">
              <a:buNone/>
              <a:defRPr sz="24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0000" y="1729408"/>
            <a:ext cx="4140000" cy="440859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DCA87387-1199-4F13-92EC-EA845724990E}" type="datetime1">
              <a:rPr lang="es-ES" noProof="0" smtClean="0"/>
              <a:t>09/04/2026</a:t>
            </a:fld>
            <a:endParaRPr lang="es-E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9221854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0277B9E3-6C0A-45A5-BAE5-CD19B242173D}" type="datetime1">
              <a:rPr lang="es-ES" noProof="0" smtClean="0"/>
              <a:t>09/04/2026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87572471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6"/>
            <a:ext cx="2628900" cy="5811839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6"/>
            <a:ext cx="7734300" cy="5811839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B41DD2C-FA4F-413E-A1B5-23565A0780B7}" type="datetime1">
              <a:rPr lang="es-ES" noProof="0" smtClean="0"/>
              <a:t>09/04/2026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8589317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20000" y="720000"/>
            <a:ext cx="6840000" cy="2160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0000" y="2880000"/>
            <a:ext cx="6840000" cy="216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0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72696FBB-EB5C-4293-9014-59E70AE1A5E6}" type="datetime1">
              <a:rPr lang="es-ES" noProof="0" smtClean="0"/>
              <a:t>09/04/2026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288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1627691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90" r:id="rId3"/>
    <p:sldLayoutId id="2147483781" r:id="rId4"/>
    <p:sldLayoutId id="2147483791" r:id="rId5"/>
    <p:sldLayoutId id="2147483782" r:id="rId6"/>
    <p:sldLayoutId id="2147483792" r:id="rId7"/>
    <p:sldLayoutId id="2147483783" r:id="rId8"/>
    <p:sldLayoutId id="2147483793" r:id="rId9"/>
    <p:sldLayoutId id="2147483784" r:id="rId10"/>
    <p:sldLayoutId id="2147483794" r:id="rId11"/>
    <p:sldLayoutId id="2147483785" r:id="rId12"/>
    <p:sldLayoutId id="2147483786" r:id="rId13"/>
    <p:sldLayoutId id="2147483787" r:id="rId14"/>
    <p:sldLayoutId id="2147483795" r:id="rId15"/>
    <p:sldLayoutId id="2147483788" r:id="rId16"/>
    <p:sldLayoutId id="2147483789" r:id="rId17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2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8E5DF-D75E-E7AE-30F8-E3ED38BD4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C623850-690D-0B47-0EE3-18DCDB98DB6C}"/>
              </a:ext>
            </a:extLst>
          </p:cNvPr>
          <p:cNvSpPr/>
          <p:nvPr/>
        </p:nvSpPr>
        <p:spPr>
          <a:xfrm>
            <a:off x="1501647" y="913158"/>
            <a:ext cx="2033685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RAW Data collection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F72C3C2-1406-A266-D485-D31646953FB9}"/>
              </a:ext>
            </a:extLst>
          </p:cNvPr>
          <p:cNvSpPr/>
          <p:nvPr/>
        </p:nvSpPr>
        <p:spPr>
          <a:xfrm>
            <a:off x="3796085" y="905612"/>
            <a:ext cx="2214494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Statistical aggregation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31254E8-E596-7C5F-B875-BB8CD68EF918}"/>
              </a:ext>
            </a:extLst>
          </p:cNvPr>
          <p:cNvSpPr/>
          <p:nvPr/>
        </p:nvSpPr>
        <p:spPr>
          <a:xfrm>
            <a:off x="8294432" y="919846"/>
            <a:ext cx="1831773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Outlier detection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313BCE7-9C2C-B0D3-E4CA-30B3EDE30F51}"/>
              </a:ext>
            </a:extLst>
          </p:cNvPr>
          <p:cNvSpPr/>
          <p:nvPr/>
        </p:nvSpPr>
        <p:spPr>
          <a:xfrm>
            <a:off x="6658131" y="1612855"/>
            <a:ext cx="1868500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PDF’s parameters</a:t>
            </a:r>
            <a:endParaRPr lang="es-CO" sz="1500" dirty="0">
              <a:solidFill>
                <a:schemeClr val="bg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E675CD0-F571-875E-3B35-A849496DF67A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 flipV="1">
            <a:off x="3535332" y="1175612"/>
            <a:ext cx="260753" cy="7546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6BEA512-BE12-F8DD-0E02-70B438FE19DB}"/>
              </a:ext>
            </a:extLst>
          </p:cNvPr>
          <p:cNvSpPr/>
          <p:nvPr/>
        </p:nvSpPr>
        <p:spPr>
          <a:xfrm>
            <a:off x="6200526" y="913158"/>
            <a:ext cx="1903959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Zero &amp; null avoid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1C64C54-7CCF-91C0-55C9-C250D32FABC4}"/>
              </a:ext>
            </a:extLst>
          </p:cNvPr>
          <p:cNvSpPr/>
          <p:nvPr/>
        </p:nvSpPr>
        <p:spPr>
          <a:xfrm>
            <a:off x="4314226" y="1612855"/>
            <a:ext cx="2135199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PDF’s &amp; CDF’s values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4A6E082-1788-3664-4604-139FDED0DF2B}"/>
              </a:ext>
            </a:extLst>
          </p:cNvPr>
          <p:cNvSpPr/>
          <p:nvPr/>
        </p:nvSpPr>
        <p:spPr>
          <a:xfrm>
            <a:off x="1188290" y="1612855"/>
            <a:ext cx="2870274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Log(PDF’s) &amp; Log(CDF’s) values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E0F49E6-B0C4-DE9A-FD7C-CCBA59B118EC}"/>
              </a:ext>
            </a:extLst>
          </p:cNvPr>
          <p:cNvSpPr/>
          <p:nvPr/>
        </p:nvSpPr>
        <p:spPr>
          <a:xfrm>
            <a:off x="1425771" y="2315262"/>
            <a:ext cx="1438327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EDF’s values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ABBA77A-5244-D5C8-6546-A77A8445EE6B}"/>
              </a:ext>
            </a:extLst>
          </p:cNvPr>
          <p:cNvSpPr/>
          <p:nvPr/>
        </p:nvSpPr>
        <p:spPr>
          <a:xfrm>
            <a:off x="3135936" y="2328600"/>
            <a:ext cx="2350125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K–S test (CDF’s vs EDF’s)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ECF5ADE-341F-4B9C-88DE-EA0A726F30EB}"/>
              </a:ext>
            </a:extLst>
          </p:cNvPr>
          <p:cNvSpPr/>
          <p:nvPr/>
        </p:nvSpPr>
        <p:spPr>
          <a:xfrm>
            <a:off x="5747241" y="2315262"/>
            <a:ext cx="1873551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Best Fit (</a:t>
            </a:r>
            <a:r>
              <a:rPr lang="el-GR" sz="1500" dirty="0">
                <a:solidFill>
                  <a:schemeClr val="bg1"/>
                </a:solidFill>
              </a:rPr>
              <a:t>Δ</a:t>
            </a:r>
            <a:r>
              <a:rPr lang="es-CO" sz="1500" dirty="0">
                <a:solidFill>
                  <a:schemeClr val="bg1"/>
                </a:solidFill>
              </a:rPr>
              <a:t>o &gt; </a:t>
            </a:r>
            <a:r>
              <a:rPr lang="el-GR" sz="1500" dirty="0">
                <a:solidFill>
                  <a:schemeClr val="bg1"/>
                </a:solidFill>
              </a:rPr>
              <a:t>Δ</a:t>
            </a:r>
            <a:r>
              <a:rPr lang="en-US" sz="1500" dirty="0">
                <a:solidFill>
                  <a:schemeClr val="bg1"/>
                </a:solidFill>
              </a:rPr>
              <a:t>)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04B87EB-BFC0-A1C2-97DC-FB73113164C8}"/>
              </a:ext>
            </a:extLst>
          </p:cNvPr>
          <p:cNvSpPr/>
          <p:nvPr/>
        </p:nvSpPr>
        <p:spPr>
          <a:xfrm>
            <a:off x="7892630" y="2315262"/>
            <a:ext cx="2200489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Extreme values for Tr´s</a:t>
            </a:r>
            <a:endParaRPr lang="es-CO" sz="1500" baseline="-25000" dirty="0">
              <a:solidFill>
                <a:schemeClr val="bg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CCB5DCF-212C-7CFF-A4DE-DD588EC6E10A}"/>
              </a:ext>
            </a:extLst>
          </p:cNvPr>
          <p:cNvCxnSpPr>
            <a:cxnSpLocks/>
            <a:stCxn id="7" idx="3"/>
            <a:endCxn id="17" idx="1"/>
          </p:cNvCxnSpPr>
          <p:nvPr/>
        </p:nvCxnSpPr>
        <p:spPr>
          <a:xfrm>
            <a:off x="6010579" y="1175612"/>
            <a:ext cx="189947" cy="7546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047E810-91B0-95E7-BF43-DC8674060983}"/>
              </a:ext>
            </a:extLst>
          </p:cNvPr>
          <p:cNvCxnSpPr>
            <a:cxnSpLocks/>
            <a:stCxn id="17" idx="3"/>
            <a:endCxn id="8" idx="1"/>
          </p:cNvCxnSpPr>
          <p:nvPr/>
        </p:nvCxnSpPr>
        <p:spPr>
          <a:xfrm>
            <a:off x="8104485" y="1183158"/>
            <a:ext cx="189947" cy="6688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7E3DB32-2F4D-6CB6-551D-76BDA9A3CFF9}"/>
              </a:ext>
            </a:extLst>
          </p:cNvPr>
          <p:cNvCxnSpPr>
            <a:cxnSpLocks/>
            <a:stCxn id="56" idx="1"/>
            <a:endCxn id="9" idx="3"/>
          </p:cNvCxnSpPr>
          <p:nvPr/>
        </p:nvCxnSpPr>
        <p:spPr>
          <a:xfrm flipH="1">
            <a:off x="8526631" y="1879339"/>
            <a:ext cx="202256" cy="3516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74ABA373-09BC-59BA-5D5E-678C97763A2F}"/>
              </a:ext>
            </a:extLst>
          </p:cNvPr>
          <p:cNvCxnSpPr>
            <a:cxnSpLocks/>
            <a:stCxn id="8" idx="3"/>
            <a:endCxn id="56" idx="3"/>
          </p:cNvCxnSpPr>
          <p:nvPr/>
        </p:nvCxnSpPr>
        <p:spPr>
          <a:xfrm>
            <a:off x="10126205" y="1189846"/>
            <a:ext cx="564148" cy="689493"/>
          </a:xfrm>
          <a:prstGeom prst="bentConnector3">
            <a:avLst>
              <a:gd name="adj1" fmla="val 140521"/>
            </a:avLst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6FCE49E-4A14-9053-CCA1-42655A3F42F7}"/>
              </a:ext>
            </a:extLst>
          </p:cNvPr>
          <p:cNvCxnSpPr>
            <a:cxnSpLocks/>
            <a:stCxn id="18" idx="1"/>
            <a:endCxn id="19" idx="3"/>
          </p:cNvCxnSpPr>
          <p:nvPr/>
        </p:nvCxnSpPr>
        <p:spPr>
          <a:xfrm flipH="1">
            <a:off x="4058564" y="1882855"/>
            <a:ext cx="255662" cy="0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D245CE0-1946-6952-C59B-3C6399496EBD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2864098" y="2585262"/>
            <a:ext cx="271838" cy="13338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85E0081-5D14-5B45-59F9-A9C562A04D70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 flipV="1">
            <a:off x="5486061" y="2585262"/>
            <a:ext cx="261180" cy="13338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5D3874C0-D77C-E2FA-D380-2348984429DE}"/>
              </a:ext>
            </a:extLst>
          </p:cNvPr>
          <p:cNvCxnSpPr>
            <a:cxnSpLocks/>
            <a:stCxn id="19" idx="1"/>
            <a:endCxn id="20" idx="1"/>
          </p:cNvCxnSpPr>
          <p:nvPr/>
        </p:nvCxnSpPr>
        <p:spPr>
          <a:xfrm rot="10800000" flipH="1" flipV="1">
            <a:off x="1188289" y="1882854"/>
            <a:ext cx="237481" cy="702407"/>
          </a:xfrm>
          <a:prstGeom prst="bentConnector3">
            <a:avLst>
              <a:gd name="adj1" fmla="val -96260"/>
            </a:avLst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7694FB0-6810-5BE8-79CC-B512908E461D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>
            <a:off x="7620792" y="2585262"/>
            <a:ext cx="271838" cy="0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BC129CF2-A55B-B963-C457-2EAA409BB189}"/>
              </a:ext>
            </a:extLst>
          </p:cNvPr>
          <p:cNvSpPr/>
          <p:nvPr/>
        </p:nvSpPr>
        <p:spPr>
          <a:xfrm>
            <a:off x="8728887" y="1609339"/>
            <a:ext cx="1961466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General n data filter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958A4DE7-BD9C-F0D7-DEF3-76136504BD95}"/>
              </a:ext>
            </a:extLst>
          </p:cNvPr>
          <p:cNvSpPr/>
          <p:nvPr/>
        </p:nvSpPr>
        <p:spPr>
          <a:xfrm>
            <a:off x="1786551" y="4405042"/>
            <a:ext cx="2358950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dirty="0">
                <a:solidFill>
                  <a:schemeClr val="bg1"/>
                </a:solidFill>
              </a:rPr>
              <a:t>Best Fit integrated table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A0D2F96A-9DC2-C15D-9D46-30A936A7BA45}"/>
              </a:ext>
            </a:extLst>
          </p:cNvPr>
          <p:cNvSpPr/>
          <p:nvPr/>
        </p:nvSpPr>
        <p:spPr>
          <a:xfrm>
            <a:off x="4454194" y="4405042"/>
            <a:ext cx="1950940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dirty="0">
                <a:solidFill>
                  <a:schemeClr val="bg1"/>
                </a:solidFill>
              </a:rPr>
              <a:t>Specific n data filter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559FFC92-9283-17F6-610D-3678F92C38C5}"/>
              </a:ext>
            </a:extLst>
          </p:cNvPr>
          <p:cNvSpPr/>
          <p:nvPr/>
        </p:nvSpPr>
        <p:spPr>
          <a:xfrm>
            <a:off x="6937946" y="3595042"/>
            <a:ext cx="2340000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dirty="0">
                <a:solidFill>
                  <a:schemeClr val="bg1"/>
                </a:solidFill>
              </a:rPr>
              <a:t>Stations catalog analysis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77012F23-C673-0729-7CEE-86D66F361675}"/>
              </a:ext>
            </a:extLst>
          </p:cNvPr>
          <p:cNvSpPr/>
          <p:nvPr/>
        </p:nvSpPr>
        <p:spPr>
          <a:xfrm>
            <a:off x="6937946" y="4236931"/>
            <a:ext cx="2333078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dirty="0">
                <a:solidFill>
                  <a:schemeClr val="bg1"/>
                </a:solidFill>
              </a:rPr>
              <a:t>Global Best Fit EDF’s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1D3BF03B-35F8-AE18-49B3-243E303F5D29}"/>
              </a:ext>
            </a:extLst>
          </p:cNvPr>
          <p:cNvSpPr/>
          <p:nvPr/>
        </p:nvSpPr>
        <p:spPr>
          <a:xfrm>
            <a:off x="6937946" y="4878820"/>
            <a:ext cx="2333078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dirty="0">
                <a:solidFill>
                  <a:schemeClr val="bg1"/>
                </a:solidFill>
              </a:rPr>
              <a:t>Global Best Fit PDF’s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758D98EF-78E0-7E37-2F4E-32B9536AC845}"/>
              </a:ext>
            </a:extLst>
          </p:cNvPr>
          <p:cNvSpPr/>
          <p:nvPr/>
        </p:nvSpPr>
        <p:spPr>
          <a:xfrm>
            <a:off x="6937946" y="5520710"/>
            <a:ext cx="2333078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dirty="0">
                <a:solidFill>
                  <a:schemeClr val="bg1"/>
                </a:solidFill>
              </a:rPr>
              <a:t>Best Fit by Spatial Zone</a:t>
            </a:r>
            <a:endParaRPr lang="es-CO" sz="1500" dirty="0">
              <a:solidFill>
                <a:schemeClr val="bg1"/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138FBEE1-63BD-EF5F-55D0-F1139FFA9EC6}"/>
              </a:ext>
            </a:extLst>
          </p:cNvPr>
          <p:cNvCxnSpPr>
            <a:cxnSpLocks/>
            <a:stCxn id="96" idx="3"/>
            <a:endCxn id="97" idx="1"/>
          </p:cNvCxnSpPr>
          <p:nvPr/>
        </p:nvCxnSpPr>
        <p:spPr>
          <a:xfrm>
            <a:off x="4145501" y="4675042"/>
            <a:ext cx="308693" cy="0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8AFAD83E-50F3-B3D6-18AA-909D929D5774}"/>
              </a:ext>
            </a:extLst>
          </p:cNvPr>
          <p:cNvCxnSpPr>
            <a:cxnSpLocks/>
            <a:stCxn id="97" idx="3"/>
            <a:endCxn id="98" idx="1"/>
          </p:cNvCxnSpPr>
          <p:nvPr/>
        </p:nvCxnSpPr>
        <p:spPr>
          <a:xfrm flipV="1">
            <a:off x="6405134" y="3865042"/>
            <a:ext cx="532812" cy="810000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62857AFE-D5F7-48D6-E92E-3EAFA67D813F}"/>
              </a:ext>
            </a:extLst>
          </p:cNvPr>
          <p:cNvCxnSpPr>
            <a:cxnSpLocks/>
            <a:stCxn id="97" idx="3"/>
            <a:endCxn id="99" idx="1"/>
          </p:cNvCxnSpPr>
          <p:nvPr/>
        </p:nvCxnSpPr>
        <p:spPr>
          <a:xfrm flipV="1">
            <a:off x="6405134" y="4506931"/>
            <a:ext cx="532812" cy="168111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6FE77968-CDBF-B85B-44AA-618BC9CAD67D}"/>
              </a:ext>
            </a:extLst>
          </p:cNvPr>
          <p:cNvCxnSpPr>
            <a:cxnSpLocks/>
            <a:stCxn id="97" idx="3"/>
            <a:endCxn id="100" idx="1"/>
          </p:cNvCxnSpPr>
          <p:nvPr/>
        </p:nvCxnSpPr>
        <p:spPr>
          <a:xfrm>
            <a:off x="6405134" y="4675042"/>
            <a:ext cx="532812" cy="473778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ABBED3DE-FBA1-13D3-6CD9-E9A3C93EA0E8}"/>
              </a:ext>
            </a:extLst>
          </p:cNvPr>
          <p:cNvCxnSpPr>
            <a:cxnSpLocks/>
            <a:stCxn id="97" idx="3"/>
            <a:endCxn id="101" idx="1"/>
          </p:cNvCxnSpPr>
          <p:nvPr/>
        </p:nvCxnSpPr>
        <p:spPr>
          <a:xfrm>
            <a:off x="6405134" y="4675042"/>
            <a:ext cx="532812" cy="1115668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9D349C5F-D6BC-42D2-F01A-C53D0E497D5B}"/>
              </a:ext>
            </a:extLst>
          </p:cNvPr>
          <p:cNvSpPr txBox="1"/>
          <p:nvPr/>
        </p:nvSpPr>
        <p:spPr>
          <a:xfrm>
            <a:off x="3786929" y="318409"/>
            <a:ext cx="431755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Diagram of Station PMP processing</a:t>
            </a:r>
            <a:endParaRPr lang="es-CO" sz="1500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1692FA64-2F6D-E998-761C-BCD36BF76E67}"/>
              </a:ext>
            </a:extLst>
          </p:cNvPr>
          <p:cNvSpPr txBox="1"/>
          <p:nvPr/>
        </p:nvSpPr>
        <p:spPr>
          <a:xfrm>
            <a:off x="3825460" y="3105835"/>
            <a:ext cx="431755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Diagram of Global &amp; Zonal PMP Best Fit analysis</a:t>
            </a:r>
            <a:endParaRPr lang="es-CO" sz="1500" dirty="0"/>
          </a:p>
        </p:txBody>
      </p: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900E5BFC-B265-9E84-5C7C-C23487E4AE5F}"/>
              </a:ext>
            </a:extLst>
          </p:cNvPr>
          <p:cNvCxnSpPr>
            <a:cxnSpLocks/>
            <a:stCxn id="9" idx="1"/>
            <a:endCxn id="18" idx="3"/>
          </p:cNvCxnSpPr>
          <p:nvPr/>
        </p:nvCxnSpPr>
        <p:spPr>
          <a:xfrm flipH="1">
            <a:off x="6449425" y="1882855"/>
            <a:ext cx="208706" cy="0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6157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126">
        <p:fade/>
      </p:transition>
    </mc:Choice>
    <mc:Fallback xmlns="">
      <p:transition spd="med" advTm="4126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D3435-70E3-C0A4-2A59-9BB41C6AE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61542832-4DD8-FFBA-EB14-9DEBEAA1E20C}"/>
              </a:ext>
            </a:extLst>
          </p:cNvPr>
          <p:cNvSpPr/>
          <p:nvPr/>
        </p:nvSpPr>
        <p:spPr>
          <a:xfrm>
            <a:off x="2132155" y="2239981"/>
            <a:ext cx="2465643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 err="1">
                <a:solidFill>
                  <a:schemeClr val="bg1"/>
                </a:solidFill>
              </a:rPr>
              <a:t>i</a:t>
            </a:r>
            <a:r>
              <a:rPr lang="en-US" sz="1500" dirty="0">
                <a:solidFill>
                  <a:schemeClr val="bg1"/>
                </a:solidFill>
              </a:rPr>
              <a:t>. CNE - </a:t>
            </a:r>
            <a:r>
              <a:rPr lang="en-US" sz="1500" dirty="0" err="1">
                <a:solidFill>
                  <a:schemeClr val="bg1"/>
                </a:solidFill>
              </a:rPr>
              <a:t>Estaciones</a:t>
            </a:r>
            <a:r>
              <a:rPr lang="en-US" sz="1500" dirty="0">
                <a:solidFill>
                  <a:schemeClr val="bg1"/>
                </a:solidFill>
              </a:rPr>
              <a:t> y series de </a:t>
            </a:r>
            <a:r>
              <a:rPr lang="en-US" sz="1500" dirty="0" err="1">
                <a:solidFill>
                  <a:schemeClr val="bg1"/>
                </a:solidFill>
              </a:rPr>
              <a:t>datos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EC3D56F5-699C-0401-CAD2-99DCF5331853}"/>
              </a:ext>
            </a:extLst>
          </p:cNvPr>
          <p:cNvSpPr/>
          <p:nvPr/>
        </p:nvSpPr>
        <p:spPr>
          <a:xfrm>
            <a:off x="4858551" y="2232435"/>
            <a:ext cx="1951156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ii. </a:t>
            </a:r>
            <a:r>
              <a:rPr lang="en-US" sz="1500" dirty="0" err="1">
                <a:solidFill>
                  <a:schemeClr val="bg1"/>
                </a:solidFill>
              </a:rPr>
              <a:t>Agregación</a:t>
            </a:r>
            <a:r>
              <a:rPr lang="en-US" sz="1500" dirty="0">
                <a:solidFill>
                  <a:schemeClr val="bg1"/>
                </a:solidFill>
              </a:rPr>
              <a:t> y </a:t>
            </a:r>
            <a:r>
              <a:rPr lang="en-US" sz="1500" dirty="0" err="1">
                <a:solidFill>
                  <a:schemeClr val="bg1"/>
                </a:solidFill>
              </a:rPr>
              <a:t>análisis</a:t>
            </a:r>
            <a:r>
              <a:rPr lang="en-US" sz="1500" dirty="0">
                <a:solidFill>
                  <a:schemeClr val="bg1"/>
                </a:solidFill>
              </a:rPr>
              <a:t> de </a:t>
            </a:r>
            <a:r>
              <a:rPr lang="en-US" sz="1500" dirty="0" err="1">
                <a:solidFill>
                  <a:schemeClr val="bg1"/>
                </a:solidFill>
              </a:rPr>
              <a:t>calidad</a:t>
            </a:r>
            <a:endParaRPr lang="es-CO" sz="1500" dirty="0">
              <a:solidFill>
                <a:schemeClr val="bg1"/>
              </a:solidFill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A020576-84D5-0F1F-A465-70427970B515}"/>
              </a:ext>
            </a:extLst>
          </p:cNvPr>
          <p:cNvCxnSpPr>
            <a:cxnSpLocks/>
            <a:stCxn id="46" idx="3"/>
            <a:endCxn id="48" idx="1"/>
          </p:cNvCxnSpPr>
          <p:nvPr/>
        </p:nvCxnSpPr>
        <p:spPr>
          <a:xfrm flipV="1">
            <a:off x="4597798" y="2502435"/>
            <a:ext cx="260753" cy="7546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D8D861C4-F918-2D6D-A6D1-E6709A6B977E}"/>
              </a:ext>
            </a:extLst>
          </p:cNvPr>
          <p:cNvSpPr/>
          <p:nvPr/>
        </p:nvSpPr>
        <p:spPr>
          <a:xfrm>
            <a:off x="7156735" y="2224759"/>
            <a:ext cx="2576641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iii. </a:t>
            </a:r>
            <a:r>
              <a:rPr lang="en-US" sz="1500" dirty="0" err="1">
                <a:solidFill>
                  <a:schemeClr val="bg1"/>
                </a:solidFill>
              </a:rPr>
              <a:t>Clasificación</a:t>
            </a:r>
            <a:r>
              <a:rPr lang="en-US" sz="1500" dirty="0">
                <a:solidFill>
                  <a:schemeClr val="bg1"/>
                </a:solidFill>
              </a:rPr>
              <a:t> </a:t>
            </a:r>
            <a:r>
              <a:rPr lang="en-US" sz="1500" dirty="0" err="1">
                <a:solidFill>
                  <a:schemeClr val="bg1"/>
                </a:solidFill>
              </a:rPr>
              <a:t>por</a:t>
            </a:r>
            <a:r>
              <a:rPr lang="en-US" sz="1500" dirty="0">
                <a:solidFill>
                  <a:schemeClr val="bg1"/>
                </a:solidFill>
              </a:rPr>
              <a:t> </a:t>
            </a:r>
            <a:r>
              <a:rPr lang="en-US" sz="1500" dirty="0" err="1">
                <a:solidFill>
                  <a:schemeClr val="bg1"/>
                </a:solidFill>
              </a:rPr>
              <a:t>Áreas</a:t>
            </a:r>
            <a:r>
              <a:rPr lang="en-US" sz="1500" dirty="0">
                <a:solidFill>
                  <a:schemeClr val="bg1"/>
                </a:solidFill>
              </a:rPr>
              <a:t> </a:t>
            </a:r>
            <a:r>
              <a:rPr lang="en-US" sz="1500" dirty="0" err="1">
                <a:solidFill>
                  <a:schemeClr val="bg1"/>
                </a:solidFill>
              </a:rPr>
              <a:t>Hidrográficas</a:t>
            </a:r>
            <a:r>
              <a:rPr lang="en-US" sz="1500" dirty="0">
                <a:solidFill>
                  <a:schemeClr val="bg1"/>
                </a:solidFill>
              </a:rPr>
              <a:t> - AH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4FB5DD7D-258E-3D71-2FCB-2227069FE4CD}"/>
              </a:ext>
            </a:extLst>
          </p:cNvPr>
          <p:cNvSpPr/>
          <p:nvPr/>
        </p:nvSpPr>
        <p:spPr>
          <a:xfrm>
            <a:off x="4712229" y="3000594"/>
            <a:ext cx="2350125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v. </a:t>
            </a:r>
            <a:r>
              <a:rPr lang="en-US" sz="1500" dirty="0" err="1">
                <a:solidFill>
                  <a:schemeClr val="bg1"/>
                </a:solidFill>
              </a:rPr>
              <a:t>Parámetros</a:t>
            </a:r>
            <a:r>
              <a:rPr lang="en-US" sz="1500" dirty="0">
                <a:solidFill>
                  <a:schemeClr val="bg1"/>
                </a:solidFill>
              </a:rPr>
              <a:t> y K–S test (CDF’s vs EDF’s)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3E505362-F262-7A7D-99B5-B9BB17B75D4E}"/>
              </a:ext>
            </a:extLst>
          </p:cNvPr>
          <p:cNvSpPr/>
          <p:nvPr/>
        </p:nvSpPr>
        <p:spPr>
          <a:xfrm>
            <a:off x="1815574" y="3018045"/>
            <a:ext cx="2624817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vi. </a:t>
            </a:r>
            <a:r>
              <a:rPr lang="en-US" sz="1500" dirty="0" err="1">
                <a:solidFill>
                  <a:schemeClr val="bg1"/>
                </a:solidFill>
              </a:rPr>
              <a:t>Síntesis</a:t>
            </a:r>
            <a:r>
              <a:rPr lang="en-US" sz="1500" dirty="0">
                <a:solidFill>
                  <a:schemeClr val="bg1"/>
                </a:solidFill>
              </a:rPr>
              <a:t> de </a:t>
            </a:r>
            <a:r>
              <a:rPr lang="en-US" sz="1500" dirty="0" err="1">
                <a:solidFill>
                  <a:schemeClr val="bg1"/>
                </a:solidFill>
              </a:rPr>
              <a:t>mejor</a:t>
            </a:r>
            <a:r>
              <a:rPr lang="en-US" sz="1500" dirty="0">
                <a:solidFill>
                  <a:schemeClr val="bg1"/>
                </a:solidFill>
              </a:rPr>
              <a:t> </a:t>
            </a:r>
            <a:r>
              <a:rPr lang="en-US" sz="1500" dirty="0" err="1">
                <a:solidFill>
                  <a:schemeClr val="bg1"/>
                </a:solidFill>
              </a:rPr>
              <a:t>ajuste</a:t>
            </a:r>
            <a:r>
              <a:rPr lang="en-US" sz="1500" dirty="0">
                <a:solidFill>
                  <a:schemeClr val="bg1"/>
                </a:solidFill>
              </a:rPr>
              <a:t> – Nacional y AH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E8E0A2DC-235F-32F2-158B-4A5F31181834}"/>
              </a:ext>
            </a:extLst>
          </p:cNvPr>
          <p:cNvSpPr/>
          <p:nvPr/>
        </p:nvSpPr>
        <p:spPr>
          <a:xfrm>
            <a:off x="2928487" y="3761207"/>
            <a:ext cx="2869936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vii. </a:t>
            </a:r>
            <a:r>
              <a:rPr lang="en-US" sz="1500" dirty="0" err="1">
                <a:solidFill>
                  <a:schemeClr val="bg1"/>
                </a:solidFill>
              </a:rPr>
              <a:t>Comparación</a:t>
            </a:r>
            <a:r>
              <a:rPr lang="en-US" sz="1500" dirty="0">
                <a:solidFill>
                  <a:schemeClr val="bg1"/>
                </a:solidFill>
              </a:rPr>
              <a:t> con </a:t>
            </a:r>
            <a:r>
              <a:rPr lang="en-US" sz="1500" dirty="0" err="1">
                <a:solidFill>
                  <a:schemeClr val="bg1"/>
                </a:solidFill>
              </a:rPr>
              <a:t>distribuciones</a:t>
            </a:r>
            <a:r>
              <a:rPr lang="en-US" sz="1500" dirty="0">
                <a:solidFill>
                  <a:schemeClr val="bg1"/>
                </a:solidFill>
              </a:rPr>
              <a:t> </a:t>
            </a:r>
            <a:r>
              <a:rPr lang="en-US" sz="1500" dirty="0" err="1">
                <a:solidFill>
                  <a:schemeClr val="bg1"/>
                </a:solidFill>
              </a:rPr>
              <a:t>tradicionales</a:t>
            </a:r>
            <a:endParaRPr lang="es-CO" sz="1500" baseline="-25000" dirty="0">
              <a:solidFill>
                <a:schemeClr val="bg1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F7742024-93C9-E065-FF98-A2010BE85E11}"/>
              </a:ext>
            </a:extLst>
          </p:cNvPr>
          <p:cNvCxnSpPr>
            <a:cxnSpLocks/>
            <a:stCxn id="48" idx="3"/>
            <a:endCxn id="54" idx="1"/>
          </p:cNvCxnSpPr>
          <p:nvPr/>
        </p:nvCxnSpPr>
        <p:spPr>
          <a:xfrm flipV="1">
            <a:off x="6809707" y="2494759"/>
            <a:ext cx="347028" cy="7676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2DBBB44-2F73-07EC-6CE6-F4F23DB8407C}"/>
              </a:ext>
            </a:extLst>
          </p:cNvPr>
          <p:cNvCxnSpPr>
            <a:cxnSpLocks/>
            <a:stCxn id="71" idx="1"/>
            <a:endCxn id="59" idx="3"/>
          </p:cNvCxnSpPr>
          <p:nvPr/>
        </p:nvCxnSpPr>
        <p:spPr>
          <a:xfrm flipH="1">
            <a:off x="7062354" y="3262501"/>
            <a:ext cx="118503" cy="8093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A5578C3A-A8DB-0329-4606-B3E4C7C3307C}"/>
              </a:ext>
            </a:extLst>
          </p:cNvPr>
          <p:cNvCxnSpPr>
            <a:cxnSpLocks/>
            <a:stCxn id="54" idx="3"/>
            <a:endCxn id="71" idx="3"/>
          </p:cNvCxnSpPr>
          <p:nvPr/>
        </p:nvCxnSpPr>
        <p:spPr>
          <a:xfrm flipH="1">
            <a:off x="9655341" y="2494759"/>
            <a:ext cx="78035" cy="767742"/>
          </a:xfrm>
          <a:prstGeom prst="bentConnector3">
            <a:avLst>
              <a:gd name="adj1" fmla="val -292945"/>
            </a:avLst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8420D562-D5BB-FB84-2321-1568AB5C2565}"/>
              </a:ext>
            </a:extLst>
          </p:cNvPr>
          <p:cNvCxnSpPr>
            <a:cxnSpLocks/>
            <a:stCxn id="59" idx="1"/>
            <a:endCxn id="60" idx="3"/>
          </p:cNvCxnSpPr>
          <p:nvPr/>
        </p:nvCxnSpPr>
        <p:spPr>
          <a:xfrm flipH="1">
            <a:off x="4440391" y="3270594"/>
            <a:ext cx="271838" cy="17451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EB008A96-C9E9-BE12-F53D-89E52D0A24F4}"/>
              </a:ext>
            </a:extLst>
          </p:cNvPr>
          <p:cNvCxnSpPr>
            <a:cxnSpLocks/>
            <a:stCxn id="60" idx="1"/>
            <a:endCxn id="61" idx="1"/>
          </p:cNvCxnSpPr>
          <p:nvPr/>
        </p:nvCxnSpPr>
        <p:spPr>
          <a:xfrm rot="10800000" flipH="1" flipV="1">
            <a:off x="1815573" y="3288045"/>
            <a:ext cx="1112913" cy="743162"/>
          </a:xfrm>
          <a:prstGeom prst="bentConnector3">
            <a:avLst>
              <a:gd name="adj1" fmla="val -20541"/>
            </a:avLst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5AD65DC3-C17F-F894-C786-5DFC2D245FE3}"/>
              </a:ext>
            </a:extLst>
          </p:cNvPr>
          <p:cNvCxnSpPr>
            <a:cxnSpLocks/>
            <a:stCxn id="61" idx="3"/>
            <a:endCxn id="118" idx="1"/>
          </p:cNvCxnSpPr>
          <p:nvPr/>
        </p:nvCxnSpPr>
        <p:spPr>
          <a:xfrm>
            <a:off x="5798423" y="4031207"/>
            <a:ext cx="397973" cy="7129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A8D0A771-1F4F-155E-5A2F-E2D83825FDCC}"/>
              </a:ext>
            </a:extLst>
          </p:cNvPr>
          <p:cNvSpPr/>
          <p:nvPr/>
        </p:nvSpPr>
        <p:spPr>
          <a:xfrm>
            <a:off x="7180857" y="2992501"/>
            <a:ext cx="2474484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iv. </a:t>
            </a:r>
            <a:r>
              <a:rPr lang="en-US" sz="1500" dirty="0" err="1">
                <a:solidFill>
                  <a:schemeClr val="bg1"/>
                </a:solidFill>
              </a:rPr>
              <a:t>Funciones</a:t>
            </a:r>
            <a:r>
              <a:rPr lang="en-US" sz="1500" dirty="0">
                <a:solidFill>
                  <a:schemeClr val="bg1"/>
                </a:solidFill>
              </a:rPr>
              <a:t> EDF y PDF </a:t>
            </a:r>
            <a:r>
              <a:rPr lang="en-US" sz="1500" dirty="0" err="1">
                <a:solidFill>
                  <a:schemeClr val="bg1"/>
                </a:solidFill>
              </a:rPr>
              <a:t>candidatas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915BFE6-9C3A-9F35-64C8-A5EF63481AE4}"/>
              </a:ext>
            </a:extLst>
          </p:cNvPr>
          <p:cNvSpPr txBox="1"/>
          <p:nvPr/>
        </p:nvSpPr>
        <p:spPr>
          <a:xfrm>
            <a:off x="3774164" y="1671206"/>
            <a:ext cx="431755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 err="1"/>
              <a:t>Diagrama</a:t>
            </a:r>
            <a:r>
              <a:rPr lang="en-US" sz="1500" dirty="0"/>
              <a:t> de </a:t>
            </a:r>
            <a:r>
              <a:rPr lang="en-US" sz="1500" dirty="0" err="1"/>
              <a:t>metodología</a:t>
            </a:r>
            <a:r>
              <a:rPr lang="en-US" sz="1500" dirty="0"/>
              <a:t> </a:t>
            </a:r>
            <a:r>
              <a:rPr lang="en-US" sz="1500" dirty="0" err="1"/>
              <a:t>en</a:t>
            </a:r>
            <a:r>
              <a:rPr lang="en-US" sz="1500" dirty="0"/>
              <a:t> </a:t>
            </a:r>
            <a:r>
              <a:rPr lang="en-US" sz="1500" dirty="0" err="1"/>
              <a:t>artículo</a:t>
            </a:r>
            <a:endParaRPr lang="es-CO" sz="1500" dirty="0"/>
          </a:p>
        </p:txBody>
      </p: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428F3B7D-DC6F-A8C9-731D-56977133683C}"/>
              </a:ext>
            </a:extLst>
          </p:cNvPr>
          <p:cNvSpPr/>
          <p:nvPr/>
        </p:nvSpPr>
        <p:spPr>
          <a:xfrm>
            <a:off x="6196396" y="3768336"/>
            <a:ext cx="2869936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viii. </a:t>
            </a:r>
            <a:r>
              <a:rPr lang="en-US" sz="1500" dirty="0" err="1">
                <a:solidFill>
                  <a:schemeClr val="bg1"/>
                </a:solidFill>
              </a:rPr>
              <a:t>Estimación</a:t>
            </a:r>
            <a:r>
              <a:rPr lang="en-US" sz="1500" dirty="0">
                <a:solidFill>
                  <a:schemeClr val="bg1"/>
                </a:solidFill>
              </a:rPr>
              <a:t> de </a:t>
            </a:r>
            <a:r>
              <a:rPr lang="en-US" sz="1500" dirty="0" err="1">
                <a:solidFill>
                  <a:schemeClr val="bg1"/>
                </a:solidFill>
              </a:rPr>
              <a:t>precipitación</a:t>
            </a:r>
            <a:r>
              <a:rPr lang="en-US" sz="1500" dirty="0">
                <a:solidFill>
                  <a:schemeClr val="bg1"/>
                </a:solidFill>
              </a:rPr>
              <a:t> </a:t>
            </a:r>
            <a:r>
              <a:rPr lang="en-US" sz="1500" dirty="0" err="1">
                <a:solidFill>
                  <a:schemeClr val="bg1"/>
                </a:solidFill>
              </a:rPr>
              <a:t>máxima</a:t>
            </a:r>
            <a:r>
              <a:rPr lang="en-US" sz="1500" dirty="0">
                <a:solidFill>
                  <a:schemeClr val="bg1"/>
                </a:solidFill>
              </a:rPr>
              <a:t> para </a:t>
            </a:r>
            <a:r>
              <a:rPr lang="en-US" sz="1500" dirty="0" err="1">
                <a:solidFill>
                  <a:schemeClr val="bg1"/>
                </a:solidFill>
              </a:rPr>
              <a:t>diferentes</a:t>
            </a:r>
            <a:r>
              <a:rPr lang="en-US" sz="1500" dirty="0">
                <a:solidFill>
                  <a:schemeClr val="bg1"/>
                </a:solidFill>
              </a:rPr>
              <a:t> Tr</a:t>
            </a:r>
            <a:endParaRPr lang="es-CO" sz="1500" baseline="-25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511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126">
        <p:fade/>
      </p:transition>
    </mc:Choice>
    <mc:Fallback xmlns="">
      <p:transition spd="med" advTm="4126">
        <p:fade/>
      </p:transition>
    </mc:Fallback>
  </mc:AlternateContent>
</p:sld>
</file>

<file path=ppt/theme/theme1.xml><?xml version="1.0" encoding="utf-8"?>
<a:theme xmlns:a="http://schemas.openxmlformats.org/drawingml/2006/main" name="Tema de R.TeachingResearchGuide">
  <a:themeElements>
    <a:clrScheme name="R.TeachingResearchGuide">
      <a:dk1>
        <a:sysClr val="windowText" lastClr="000000"/>
      </a:dk1>
      <a:lt1>
        <a:srgbClr val="F8F8F8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990000"/>
      </a:hlink>
      <a:folHlink>
        <a:srgbClr val="919191"/>
      </a:folHlink>
    </a:clrScheme>
    <a:fontScheme name="R.TeachingResearchGuide">
      <a:majorFont>
        <a:latin typeface="Segoe UI Light"/>
        <a:ea typeface=""/>
        <a:cs typeface=""/>
      </a:majorFont>
      <a:minorFont>
        <a:latin typeface="Segoe UI Light"/>
        <a:ea typeface=""/>
        <a:cs typeface="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lantilla" id="{5A35A6FC-B87C-4B67-9B88-2A7DF7702ABE}" vid="{05B25DEA-0386-406F-A99F-5BE9D4B84DC6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mbria-Calibri">
      <a:majorFont>
        <a:latin typeface="Cambria" panose="02040503050406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9TopShadow">
      <a:fillStyleLst>
        <a:solidFill>
          <a:schemeClr val="phClr"/>
        </a:solidFill>
        <a:gradFill rotWithShape="1">
          <a:gsLst>
            <a:gs pos="0">
              <a:schemeClr val="phClr">
                <a:tint val="10000"/>
                <a:satMod val="300000"/>
              </a:schemeClr>
            </a:gs>
            <a:gs pos="34000">
              <a:schemeClr val="phClr">
                <a:tint val="13500"/>
                <a:satMod val="250000"/>
              </a:schemeClr>
            </a:gs>
            <a:gs pos="100000">
              <a:schemeClr val="phClr">
                <a:tint val="60000"/>
                <a:satMod val="200000"/>
              </a:schemeClr>
            </a:gs>
          </a:gsLst>
          <a:path path="circle">
            <a:fillToRect l="50000" t="155000" r="50000" b="-55000"/>
          </a:path>
        </a:gradFill>
        <a:gradFill rotWithShape="1">
          <a:gsLst>
            <a:gs pos="0">
              <a:schemeClr val="phClr">
                <a:tint val="60000"/>
                <a:satMod val="160000"/>
              </a:schemeClr>
            </a:gs>
            <a:gs pos="46000">
              <a:schemeClr val="phClr">
                <a:tint val="86000"/>
                <a:satMod val="160000"/>
              </a:schemeClr>
            </a:gs>
            <a:gs pos="100000">
              <a:schemeClr val="phClr">
                <a:shade val="40000"/>
                <a:satMod val="160000"/>
              </a:schemeClr>
            </a:gs>
          </a:gsLst>
          <a:path path="circle">
            <a:fillToRect l="50000" t="155000" r="50000" b="-55000"/>
          </a:path>
        </a:gradFill>
      </a:fillStyleLst>
      <a:lnStyleLst>
        <a:ln w="9525" cap="flat" cmpd="sng" algn="ctr">
          <a:solidFill>
            <a:schemeClr val="phClr">
              <a:satMod val="120000"/>
            </a:schemeClr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147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38100" dir="14700000" algn="t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53975" dist="41275" dir="14700000" algn="t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3600000"/>
            </a:lightRig>
          </a:scene3d>
          <a:sp3d prstMaterial="plastic">
            <a:bevelT w="127000" h="382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mbria-Calibri">
      <a:majorFont>
        <a:latin typeface="Cambria" panose="02040503050406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9TopShadow">
      <a:fillStyleLst>
        <a:solidFill>
          <a:schemeClr val="phClr"/>
        </a:solidFill>
        <a:gradFill rotWithShape="1">
          <a:gsLst>
            <a:gs pos="0">
              <a:schemeClr val="phClr">
                <a:tint val="10000"/>
                <a:satMod val="300000"/>
              </a:schemeClr>
            </a:gs>
            <a:gs pos="34000">
              <a:schemeClr val="phClr">
                <a:tint val="13500"/>
                <a:satMod val="250000"/>
              </a:schemeClr>
            </a:gs>
            <a:gs pos="100000">
              <a:schemeClr val="phClr">
                <a:tint val="60000"/>
                <a:satMod val="200000"/>
              </a:schemeClr>
            </a:gs>
          </a:gsLst>
          <a:path path="circle">
            <a:fillToRect l="50000" t="155000" r="50000" b="-55000"/>
          </a:path>
        </a:gradFill>
        <a:gradFill rotWithShape="1">
          <a:gsLst>
            <a:gs pos="0">
              <a:schemeClr val="phClr">
                <a:tint val="60000"/>
                <a:satMod val="160000"/>
              </a:schemeClr>
            </a:gs>
            <a:gs pos="46000">
              <a:schemeClr val="phClr">
                <a:tint val="86000"/>
                <a:satMod val="160000"/>
              </a:schemeClr>
            </a:gs>
            <a:gs pos="100000">
              <a:schemeClr val="phClr">
                <a:shade val="40000"/>
                <a:satMod val="160000"/>
              </a:schemeClr>
            </a:gs>
          </a:gsLst>
          <a:path path="circle">
            <a:fillToRect l="50000" t="155000" r="50000" b="-55000"/>
          </a:path>
        </a:gradFill>
      </a:fillStyleLst>
      <a:lnStyleLst>
        <a:ln w="9525" cap="flat" cmpd="sng" algn="ctr">
          <a:solidFill>
            <a:schemeClr val="phClr">
              <a:satMod val="120000"/>
            </a:schemeClr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147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38100" dir="14700000" algn="t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53975" dist="41275" dir="14700000" algn="t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3600000"/>
            </a:lightRig>
          </a:scene3d>
          <a:sp3d prstMaterial="plastic">
            <a:bevelT w="127000" h="382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NotebookType xmlns="bf3e1746-bde1-4d6e-9c3f-7182572f7502" xsi:nil="true"/>
    <CultureName xmlns="bf3e1746-bde1-4d6e-9c3f-7182572f7502" xsi:nil="true"/>
    <Students xmlns="bf3e1746-bde1-4d6e-9c3f-7182572f7502">
      <UserInfo>
        <DisplayName/>
        <AccountId xsi:nil="true"/>
        <AccountType/>
      </UserInfo>
    </Students>
    <Distribution_Groups xmlns="bf3e1746-bde1-4d6e-9c3f-7182572f7502" xsi:nil="true"/>
    <FolderType xmlns="bf3e1746-bde1-4d6e-9c3f-7182572f7502" xsi:nil="true"/>
    <Student_Groups xmlns="bf3e1746-bde1-4d6e-9c3f-7182572f7502">
      <UserInfo>
        <DisplayName/>
        <AccountId xsi:nil="true"/>
        <AccountType/>
      </UserInfo>
    </Student_Groups>
    <Self_Registration_Enabled xmlns="bf3e1746-bde1-4d6e-9c3f-7182572f7502" xsi:nil="true"/>
    <TeamsChannelId xmlns="bf3e1746-bde1-4d6e-9c3f-7182572f7502" xsi:nil="true"/>
    <IsNotebookLocked xmlns="bf3e1746-bde1-4d6e-9c3f-7182572f7502" xsi:nil="true"/>
    <DefaultSectionNames xmlns="bf3e1746-bde1-4d6e-9c3f-7182572f7502" xsi:nil="true"/>
    <Is_Collaboration_Space_Locked xmlns="bf3e1746-bde1-4d6e-9c3f-7182572f7502" xsi:nil="true"/>
    <Invited_Teachers xmlns="bf3e1746-bde1-4d6e-9c3f-7182572f7502" xsi:nil="true"/>
    <Math_Settings xmlns="bf3e1746-bde1-4d6e-9c3f-7182572f7502" xsi:nil="true"/>
    <Templates xmlns="bf3e1746-bde1-4d6e-9c3f-7182572f7502" xsi:nil="true"/>
    <Has_Teacher_Only_SectionGroup xmlns="bf3e1746-bde1-4d6e-9c3f-7182572f7502" xsi:nil="true"/>
    <AppVersion xmlns="bf3e1746-bde1-4d6e-9c3f-7182572f7502" xsi:nil="true"/>
    <Invited_Students xmlns="bf3e1746-bde1-4d6e-9c3f-7182572f7502" xsi:nil="true"/>
    <Owner xmlns="bf3e1746-bde1-4d6e-9c3f-7182572f7502">
      <UserInfo>
        <DisplayName/>
        <AccountId xsi:nil="true"/>
        <AccountType/>
      </UserInfo>
    </Owner>
    <Teachers xmlns="bf3e1746-bde1-4d6e-9c3f-7182572f7502">
      <UserInfo>
        <DisplayName/>
        <AccountId xsi:nil="true"/>
        <AccountType/>
      </UserInfo>
    </Teachers>
    <LMS_Mappings xmlns="bf3e1746-bde1-4d6e-9c3f-7182572f750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089011499791B4EB69D0A56FFA67F2B" ma:contentTypeVersion="30" ma:contentTypeDescription="Create a new document." ma:contentTypeScope="" ma:versionID="f76dc847e91b26043a9f85409c9c8da8">
  <xsd:schema xmlns:xsd="http://www.w3.org/2001/XMLSchema" xmlns:xs="http://www.w3.org/2001/XMLSchema" xmlns:p="http://schemas.microsoft.com/office/2006/metadata/properties" xmlns:ns3="bf3e1746-bde1-4d6e-9c3f-7182572f7502" xmlns:ns4="14224164-2045-4b51-92bb-313d0f626d83" targetNamespace="http://schemas.microsoft.com/office/2006/metadata/properties" ma:root="true" ma:fieldsID="e77e75136ac7a83ebab10a30c2d6fe6c" ns3:_="" ns4:_="">
    <xsd:import namespace="bf3e1746-bde1-4d6e-9c3f-7182572f7502"/>
    <xsd:import namespace="14224164-2045-4b51-92bb-313d0f626d83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NotebookType" minOccurs="0"/>
                <xsd:element ref="ns3:FolderType" minOccurs="0"/>
                <xsd:element ref="ns3:CultureName" minOccurs="0"/>
                <xsd:element ref="ns3:AppVersion" minOccurs="0"/>
                <xsd:element ref="ns3:TeamsChannelId" minOccurs="0"/>
                <xsd:element ref="ns3:Owner" minOccurs="0"/>
                <xsd:element ref="ns3:Math_Settings" minOccurs="0"/>
                <xsd:element ref="ns3:DefaultSectionNames" minOccurs="0"/>
                <xsd:element ref="ns3:Templates" minOccurs="0"/>
                <xsd:element ref="ns3:Teachers" minOccurs="0"/>
                <xsd:element ref="ns3:Students" minOccurs="0"/>
                <xsd:element ref="ns3:Student_Groups" minOccurs="0"/>
                <xsd:element ref="ns3:Distribution_Groups" minOccurs="0"/>
                <xsd:element ref="ns3:LMS_Mapping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3:IsNotebook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3e1746-bde1-4d6e-9c3f-7182572f750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NotebookType" ma:index="10" nillable="true" ma:displayName="Notebook Type" ma:internalName="NotebookType">
      <xsd:simpleType>
        <xsd:restriction base="dms:Text"/>
      </xsd:simpleType>
    </xsd:element>
    <xsd:element name="FolderType" ma:index="11" nillable="true" ma:displayName="Folder Type" ma:internalName="FolderType">
      <xsd:simpleType>
        <xsd:restriction base="dms:Text"/>
      </xsd:simpleType>
    </xsd:element>
    <xsd:element name="CultureName" ma:index="12" nillable="true" ma:displayName="Culture Name" ma:internalName="CultureName">
      <xsd:simpleType>
        <xsd:restriction base="dms:Text"/>
      </xsd:simpleType>
    </xsd:element>
    <xsd:element name="AppVersion" ma:index="13" nillable="true" ma:displayName="App Version" ma:internalName="AppVersion">
      <xsd:simpleType>
        <xsd:restriction base="dms:Text"/>
      </xsd:simpleType>
    </xsd:element>
    <xsd:element name="TeamsChannelId" ma:index="14" nillable="true" ma:displayName="Teams Channel Id" ma:internalName="TeamsChannelId">
      <xsd:simpleType>
        <xsd:restriction base="dms:Text"/>
      </xsd:simpleType>
    </xsd:element>
    <xsd:element name="Owner" ma:index="15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ath_Settings" ma:index="16" nillable="true" ma:displayName="Math Settings" ma:internalName="Math_Settings">
      <xsd:simpleType>
        <xsd:restriction base="dms:Text"/>
      </xsd:simpleType>
    </xsd:element>
    <xsd:element name="DefaultSectionNames" ma:index="17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8" nillable="true" ma:displayName="Templates" ma:internalName="Templates">
      <xsd:simpleType>
        <xsd:restriction base="dms:Note">
          <xsd:maxLength value="255"/>
        </xsd:restriction>
      </xsd:simpleType>
    </xsd:element>
    <xsd:element name="Teachers" ma:index="19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20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21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istribution_Groups" ma:index="22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23" nillable="true" ma:displayName="LMS Mappings" ma:internalName="LMS_Mappings">
      <xsd:simpleType>
        <xsd:restriction base="dms:Note">
          <xsd:maxLength value="255"/>
        </xsd:restriction>
      </xsd:simpleType>
    </xsd:element>
    <xsd:element name="Invited_Teachers" ma:index="24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5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6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7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8" nillable="true" ma:displayName="Is Collaboration Space Locked" ma:internalName="Is_Collaboration_Space_Locked">
      <xsd:simpleType>
        <xsd:restriction base="dms:Boolean"/>
      </xsd:simpleType>
    </xsd:element>
    <xsd:element name="IsNotebookLocked" ma:index="29" nillable="true" ma:displayName="Is Notebook Locked" ma:internalName="IsNotebookLocked">
      <xsd:simpleType>
        <xsd:restriction base="dms:Boolean"/>
      </xsd:simpleType>
    </xsd:element>
    <xsd:element name="MediaServiceAutoTags" ma:index="33" nillable="true" ma:displayName="Tags" ma:internalName="MediaServiceAutoTags" ma:readOnly="true">
      <xsd:simpleType>
        <xsd:restriction base="dms:Text"/>
      </xsd:simpleType>
    </xsd:element>
    <xsd:element name="MediaServiceOCR" ma:index="3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3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37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4224164-2045-4b51-92bb-313d0f626d83" elementFormDefault="qualified">
    <xsd:import namespace="http://schemas.microsoft.com/office/2006/documentManagement/types"/>
    <xsd:import namespace="http://schemas.microsoft.com/office/infopath/2007/PartnerControls"/>
    <xsd:element name="SharedWithUsers" ma:index="3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3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3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024FD56-CE1B-42FC-9E83-BFBF160724C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EDD01B8-816B-49B7-8C81-03AB51D87C54}">
  <ds:schemaRefs>
    <ds:schemaRef ds:uri="http://purl.org/dc/dcmitype/"/>
    <ds:schemaRef ds:uri="http://purl.org/dc/elements/1.1/"/>
    <ds:schemaRef ds:uri="http://schemas.microsoft.com/office/2006/metadata/properties"/>
    <ds:schemaRef ds:uri="14224164-2045-4b51-92bb-313d0f626d83"/>
    <ds:schemaRef ds:uri="http://schemas.microsoft.com/office/2006/documentManagement/types"/>
    <ds:schemaRef ds:uri="http://purl.org/dc/terms/"/>
    <ds:schemaRef ds:uri="http://www.w3.org/XML/1998/namespace"/>
    <ds:schemaRef ds:uri="bf3e1746-bde1-4d6e-9c3f-7182572f7502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A129B439-51BE-4A7D-9272-FBD057297E6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f3e1746-bde1-4d6e-9c3f-7182572f7502"/>
    <ds:schemaRef ds:uri="14224164-2045-4b51-92bb-313d0f626d8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Plantilla_PPTX_Videos</Template>
  <TotalTime>1841</TotalTime>
  <Words>170</Words>
  <Application>Microsoft Office PowerPoint</Application>
  <PresentationFormat>Widescreen</PresentationFormat>
  <Paragraphs>31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Segoe UI</vt:lpstr>
      <vt:lpstr>Segoe UI Light</vt:lpstr>
      <vt:lpstr>Tema de R.TeachingResearchGuide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/>
  <cp:lastModifiedBy>WILLIAM RICARDO AGUILAR PIÑA</cp:lastModifiedBy>
  <cp:revision>136</cp:revision>
  <dcterms:created xsi:type="dcterms:W3CDTF">2022-08-04T19:07:18Z</dcterms:created>
  <dcterms:modified xsi:type="dcterms:W3CDTF">2026-04-09T17:38:29Z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0x010100C089011499791B4EB69D0A56FFA67F2B</vt:lpwstr>
  </property>
  <property fmtid="{D5CDD505-2E9C-101B-9397-08002B2CF9AE}" pid="3" name="Order">
    <vt:r8>74062900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</Properties>
</file>