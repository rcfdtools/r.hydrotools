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78" r:id="rId4"/>
  </p:sldMasterIdLst>
  <p:notesMasterIdLst>
    <p:notesMasterId r:id="rId31"/>
  </p:notesMasterIdLst>
  <p:handoutMasterIdLst>
    <p:handoutMasterId r:id="rId32"/>
  </p:handoutMasterIdLst>
  <p:sldIdLst>
    <p:sldId id="377" r:id="rId5"/>
    <p:sldId id="409" r:id="rId6"/>
    <p:sldId id="319" r:id="rId7"/>
    <p:sldId id="410" r:id="rId8"/>
    <p:sldId id="411" r:id="rId9"/>
    <p:sldId id="412" r:id="rId10"/>
    <p:sldId id="413" r:id="rId11"/>
    <p:sldId id="414" r:id="rId12"/>
    <p:sldId id="416" r:id="rId13"/>
    <p:sldId id="421" r:id="rId14"/>
    <p:sldId id="422" r:id="rId15"/>
    <p:sldId id="423" r:id="rId16"/>
    <p:sldId id="424" r:id="rId17"/>
    <p:sldId id="415" r:id="rId18"/>
    <p:sldId id="417" r:id="rId19"/>
    <p:sldId id="418" r:id="rId20"/>
    <p:sldId id="419" r:id="rId21"/>
    <p:sldId id="420" r:id="rId22"/>
    <p:sldId id="425" r:id="rId23"/>
    <p:sldId id="426" r:id="rId24"/>
    <p:sldId id="427" r:id="rId25"/>
    <p:sldId id="428" r:id="rId26"/>
    <p:sldId id="429" r:id="rId27"/>
    <p:sldId id="430" r:id="rId28"/>
    <p:sldId id="341" r:id="rId29"/>
    <p:sldId id="408" r:id="rId30"/>
  </p:sldIdLst>
  <p:sldSz cx="12192000" cy="6858000"/>
  <p:notesSz cx="6858000" cy="9144000"/>
  <p:defaultText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6194743-3C7C-499C-B327-CF08643433A4}">
          <p14:sldIdLst>
            <p14:sldId id="377"/>
            <p14:sldId id="409"/>
            <p14:sldId id="319"/>
            <p14:sldId id="410"/>
            <p14:sldId id="411"/>
            <p14:sldId id="412"/>
            <p14:sldId id="413"/>
            <p14:sldId id="414"/>
            <p14:sldId id="416"/>
            <p14:sldId id="421"/>
            <p14:sldId id="422"/>
            <p14:sldId id="423"/>
            <p14:sldId id="424"/>
            <p14:sldId id="415"/>
            <p14:sldId id="417"/>
            <p14:sldId id="418"/>
            <p14:sldId id="419"/>
            <p14:sldId id="420"/>
            <p14:sldId id="425"/>
            <p14:sldId id="426"/>
            <p14:sldId id="427"/>
            <p14:sldId id="428"/>
            <p14:sldId id="429"/>
            <p14:sldId id="430"/>
            <p14:sldId id="341"/>
            <p14:sldId id="40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0F0F0"/>
    <a:srgbClr val="1BCEFB"/>
    <a:srgbClr val="1B1464"/>
    <a:srgbClr val="3E3E3E"/>
    <a:srgbClr val="00C57F"/>
    <a:srgbClr val="990000"/>
    <a:srgbClr val="F8F8F8"/>
    <a:srgbClr val="FAFAFA"/>
    <a:srgbClr val="EEEE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202B0CA-FC54-4496-8BCA-5EF66A818D29}" styleName="Estilo oscuro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181" autoAdjust="0"/>
    <p:restoredTop sz="96663" autoAdjust="0"/>
  </p:normalViewPr>
  <p:slideViewPr>
    <p:cSldViewPr snapToGrid="0" showGuides="1">
      <p:cViewPr varScale="1">
        <p:scale>
          <a:sx n="110" d="100"/>
          <a:sy n="110" d="100"/>
        </p:scale>
        <p:origin x="774" y="54"/>
      </p:cViewPr>
      <p:guideLst>
        <p:guide orient="horz" pos="2160"/>
        <p:guide pos="3840"/>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varScale="1">
        <p:scale>
          <a:sx n="90" d="100"/>
          <a:sy n="90" d="100"/>
        </p:scale>
        <p:origin x="3774" y="78"/>
      </p:cViewPr>
      <p:guideLst/>
    </p:cSldViewPr>
  </p:notesViewPr>
  <p:gridSpacing cx="1522800" cy="15228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dirty="0"/>
          </a:p>
        </p:txBody>
      </p:sp>
      <p:sp>
        <p:nvSpPr>
          <p:cNvPr id="3" name="Marcador de posición de fech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FAB3E6E3-061B-41A2-BBDC-C5312A04A40A}" type="datetime1">
              <a:rPr lang="es-ES" smtClean="0"/>
              <a:t>13/05/2026</a:t>
            </a:fld>
            <a:endParaRPr lang="es-ES" dirty="0"/>
          </a:p>
        </p:txBody>
      </p:sp>
      <p:sp>
        <p:nvSpPr>
          <p:cNvPr id="4" name="Marcador de posición de pie de pá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dirty="0"/>
          </a:p>
        </p:txBody>
      </p:sp>
      <p:sp>
        <p:nvSpPr>
          <p:cNvPr id="5" name="Marcador de número de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B78FE58C-C1A6-4C4C-90C2-B7F5B0504B2D}" type="slidenum">
              <a:rPr lang="es-ES" smtClean="0"/>
              <a:t>‹#›</a:t>
            </a:fld>
            <a:endParaRPr lang="es-ES" dirty="0"/>
          </a:p>
        </p:txBody>
      </p:sp>
    </p:spTree>
    <p:extLst>
      <p:ext uri="{BB962C8B-B14F-4D97-AF65-F5344CB8AC3E}">
        <p14:creationId xmlns:p14="http://schemas.microsoft.com/office/powerpoint/2010/main" val="403460503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noProof="0" dirty="0"/>
          </a:p>
        </p:txBody>
      </p:sp>
      <p:sp>
        <p:nvSpPr>
          <p:cNvPr id="3" name="Marcador de posición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2145992C-CBBF-4F24-8325-F5CB0EAAC0E9}" type="datetime1">
              <a:rPr lang="es-ES" noProof="0" smtClean="0"/>
              <a:t>13/05/2026</a:t>
            </a:fld>
            <a:endParaRPr lang="es-ES" noProof="0" dirty="0"/>
          </a:p>
        </p:txBody>
      </p:sp>
      <p:sp>
        <p:nvSpPr>
          <p:cNvPr id="4" name="Marcador de posición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s-ES_tradnl"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ES" noProof="0" dirty="0"/>
              <a:t>Editar el estilo de texto del patrón</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noProof="0"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10E1E9A-E921-4174-A0FC-51868D7AC568}" type="slidenum">
              <a:rPr lang="es-ES" noProof="0" smtClean="0"/>
              <a:t>‹#›</a:t>
            </a:fld>
            <a:endParaRPr lang="es-ES" noProof="0" dirty="0"/>
          </a:p>
        </p:txBody>
      </p:sp>
    </p:spTree>
    <p:extLst>
      <p:ext uri="{BB962C8B-B14F-4D97-AF65-F5344CB8AC3E}">
        <p14:creationId xmlns:p14="http://schemas.microsoft.com/office/powerpoint/2010/main" val="373786009"/>
      </p:ext>
    </p:extLst>
  </p:cSld>
  <p:clrMap bg1="lt1" tx1="dk1" bg2="lt2" tx2="dk2" accent1="accent1" accent2="accent2" accent3="accent3" accent4="accent4" accent5="accent5" accent6="accent6" hlink="hlink" folHlink="folHlink"/>
  <p:hf hdr="0" ftr="0" dt="0"/>
  <p:notesStyle>
    <a:lvl1pPr marL="0" algn="l" defTabSz="914377" rtl="0" eaLnBrk="1" latinLnBrk="0" hangingPunct="1">
      <a:defRPr sz="1200" kern="1200">
        <a:solidFill>
          <a:schemeClr val="tx1"/>
        </a:solidFill>
        <a:latin typeface="+mn-lt"/>
        <a:ea typeface="+mn-ea"/>
        <a:cs typeface="+mn-cs"/>
      </a:defRPr>
    </a:lvl1pPr>
    <a:lvl2pPr marL="457189" algn="l" defTabSz="914377" rtl="0" eaLnBrk="1" latinLnBrk="0" hangingPunct="1">
      <a:defRPr sz="1200" kern="1200">
        <a:solidFill>
          <a:schemeClr val="tx1"/>
        </a:solidFill>
        <a:latin typeface="+mn-lt"/>
        <a:ea typeface="+mn-ea"/>
        <a:cs typeface="+mn-cs"/>
      </a:defRPr>
    </a:lvl2pPr>
    <a:lvl3pPr marL="914377" algn="l" defTabSz="914377" rtl="0" eaLnBrk="1" latinLnBrk="0" hangingPunct="1">
      <a:defRPr sz="1200" kern="1200">
        <a:solidFill>
          <a:schemeClr val="tx1"/>
        </a:solidFill>
        <a:latin typeface="+mn-lt"/>
        <a:ea typeface="+mn-ea"/>
        <a:cs typeface="+mn-cs"/>
      </a:defRPr>
    </a:lvl3pPr>
    <a:lvl4pPr marL="1371566" algn="l" defTabSz="914377" rtl="0" eaLnBrk="1" latinLnBrk="0" hangingPunct="1">
      <a:defRPr sz="1200" kern="1200">
        <a:solidFill>
          <a:schemeClr val="tx1"/>
        </a:solidFill>
        <a:latin typeface="+mn-lt"/>
        <a:ea typeface="+mn-ea"/>
        <a:cs typeface="+mn-cs"/>
      </a:defRPr>
    </a:lvl4pPr>
    <a:lvl5pPr marL="1828754" algn="l" defTabSz="914377" rtl="0" eaLnBrk="1" latinLnBrk="0" hangingPunct="1">
      <a:defRPr sz="1200" kern="1200">
        <a:solidFill>
          <a:schemeClr val="tx1"/>
        </a:solidFill>
        <a:latin typeface="+mn-lt"/>
        <a:ea typeface="+mn-ea"/>
        <a:cs typeface="+mn-cs"/>
      </a:defRPr>
    </a:lvl5pPr>
    <a:lvl6pPr marL="2285943" algn="l" defTabSz="914377" rtl="0" eaLnBrk="1" latinLnBrk="0" hangingPunct="1">
      <a:defRPr sz="1200" kern="1200">
        <a:solidFill>
          <a:schemeClr val="tx1"/>
        </a:solidFill>
        <a:latin typeface="+mn-lt"/>
        <a:ea typeface="+mn-ea"/>
        <a:cs typeface="+mn-cs"/>
      </a:defRPr>
    </a:lvl6pPr>
    <a:lvl7pPr marL="2743131" algn="l" defTabSz="914377" rtl="0" eaLnBrk="1" latinLnBrk="0" hangingPunct="1">
      <a:defRPr sz="1200" kern="1200">
        <a:solidFill>
          <a:schemeClr val="tx1"/>
        </a:solidFill>
        <a:latin typeface="+mn-lt"/>
        <a:ea typeface="+mn-ea"/>
        <a:cs typeface="+mn-cs"/>
      </a:defRPr>
    </a:lvl7pPr>
    <a:lvl8pPr marL="3200320" algn="l" defTabSz="914377" rtl="0" eaLnBrk="1" latinLnBrk="0" hangingPunct="1">
      <a:defRPr sz="1200" kern="1200">
        <a:solidFill>
          <a:schemeClr val="tx1"/>
        </a:solidFill>
        <a:latin typeface="+mn-lt"/>
        <a:ea typeface="+mn-ea"/>
        <a:cs typeface="+mn-cs"/>
      </a:defRPr>
    </a:lvl8pPr>
    <a:lvl9pPr marL="3657509" algn="l" defTabSz="914377"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rtl="0"/>
            <a:fld id="{810E1E9A-E921-4174-A0FC-51868D7AC568}" type="slidenum">
              <a:rPr lang="es-ES" noProof="0" smtClean="0"/>
              <a:t>1</a:t>
            </a:fld>
            <a:endParaRPr lang="es-ES" noProof="0" dirty="0"/>
          </a:p>
        </p:txBody>
      </p:sp>
    </p:spTree>
    <p:extLst>
      <p:ext uri="{BB962C8B-B14F-4D97-AF65-F5344CB8AC3E}">
        <p14:creationId xmlns:p14="http://schemas.microsoft.com/office/powerpoint/2010/main" val="34253034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0972E-4145-7572-0243-47049E524F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22441A-7FFD-D974-2849-DB25C963B305}"/>
              </a:ext>
            </a:extLst>
          </p:cNvPr>
          <p:cNvSpPr>
            <a:spLocks noGrp="1" noRot="1" noChangeAspect="1"/>
          </p:cNvSpPr>
          <p:nvPr>
            <p:ph type="sldImg"/>
          </p:nvPr>
        </p:nvSpPr>
        <p:spPr/>
        <p:txBody>
          <a:bodyPr/>
          <a:lstStyle/>
          <a:p>
            <a:endParaRPr lang="es-CO" dirty="0"/>
          </a:p>
        </p:txBody>
      </p:sp>
      <p:sp>
        <p:nvSpPr>
          <p:cNvPr id="3" name="Notes Placeholder 2">
            <a:extLst>
              <a:ext uri="{FF2B5EF4-FFF2-40B4-BE49-F238E27FC236}">
                <a16:creationId xmlns:a16="http://schemas.microsoft.com/office/drawing/2014/main" id="{D8BDE533-4A50-B8E3-8E9E-F7171FFC0409}"/>
              </a:ext>
            </a:extLst>
          </p:cNvPr>
          <p:cNvSpPr>
            <a:spLocks noGrp="1"/>
          </p:cNvSpPr>
          <p:nvPr>
            <p:ph type="body" idx="1"/>
          </p:nvPr>
        </p:nvSpPr>
        <p:spPr/>
        <p:txBody>
          <a:bodyPr/>
          <a:lstStyle/>
          <a:p>
            <a:endParaRPr lang="es-CO" dirty="0"/>
          </a:p>
        </p:txBody>
      </p:sp>
      <p:sp>
        <p:nvSpPr>
          <p:cNvPr id="4" name="Slide Number Placeholder 3">
            <a:extLst>
              <a:ext uri="{FF2B5EF4-FFF2-40B4-BE49-F238E27FC236}">
                <a16:creationId xmlns:a16="http://schemas.microsoft.com/office/drawing/2014/main" id="{56CB3BFF-2FDB-05CD-3E63-547BB83723D5}"/>
              </a:ext>
            </a:extLst>
          </p:cNvPr>
          <p:cNvSpPr>
            <a:spLocks noGrp="1"/>
          </p:cNvSpPr>
          <p:nvPr>
            <p:ph type="sldNum" sz="quarter" idx="5"/>
          </p:nvPr>
        </p:nvSpPr>
        <p:spPr/>
        <p:txBody>
          <a:bodyPr/>
          <a:lstStyle/>
          <a:p>
            <a:pPr rtl="0"/>
            <a:fld id="{810E1E9A-E921-4174-A0FC-51868D7AC568}" type="slidenum">
              <a:rPr lang="es-ES" noProof="0" smtClean="0"/>
              <a:t>2</a:t>
            </a:fld>
            <a:endParaRPr lang="es-ES" noProof="0" dirty="0"/>
          </a:p>
        </p:txBody>
      </p:sp>
    </p:spTree>
    <p:extLst>
      <p:ext uri="{BB962C8B-B14F-4D97-AF65-F5344CB8AC3E}">
        <p14:creationId xmlns:p14="http://schemas.microsoft.com/office/powerpoint/2010/main" val="21636888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dirty="0"/>
          </a:p>
        </p:txBody>
      </p:sp>
      <p:sp>
        <p:nvSpPr>
          <p:cNvPr id="3" name="Notes Placeholder 2"/>
          <p:cNvSpPr>
            <a:spLocks noGrp="1"/>
          </p:cNvSpPr>
          <p:nvPr>
            <p:ph type="body" idx="1"/>
          </p:nvPr>
        </p:nvSpPr>
        <p:spPr/>
        <p:txBody>
          <a:bodyPr/>
          <a:lstStyle/>
          <a:p>
            <a:r>
              <a:rPr lang="en-US" dirty="0"/>
              <a:t>https://www.flaticon.com/free-icons/compass</a:t>
            </a:r>
            <a:endParaRPr lang="es-CO" dirty="0"/>
          </a:p>
        </p:txBody>
      </p:sp>
      <p:sp>
        <p:nvSpPr>
          <p:cNvPr id="4" name="Slide Number Placeholder 3"/>
          <p:cNvSpPr>
            <a:spLocks noGrp="1"/>
          </p:cNvSpPr>
          <p:nvPr>
            <p:ph type="sldNum" sz="quarter" idx="5"/>
          </p:nvPr>
        </p:nvSpPr>
        <p:spPr/>
        <p:txBody>
          <a:bodyPr/>
          <a:lstStyle/>
          <a:p>
            <a:pPr rtl="0"/>
            <a:fld id="{810E1E9A-E921-4174-A0FC-51868D7AC568}" type="slidenum">
              <a:rPr lang="es-ES" noProof="0" smtClean="0"/>
              <a:t>3</a:t>
            </a:fld>
            <a:endParaRPr lang="es-ES" noProof="0" dirty="0"/>
          </a:p>
        </p:txBody>
      </p:sp>
    </p:spTree>
    <p:extLst>
      <p:ext uri="{BB962C8B-B14F-4D97-AF65-F5344CB8AC3E}">
        <p14:creationId xmlns:p14="http://schemas.microsoft.com/office/powerpoint/2010/main" val="10873907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171C6-2860-691E-DA8C-30454B25E6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F40851-4EE0-8885-F3AD-FA1129939BF5}"/>
              </a:ext>
            </a:extLst>
          </p:cNvPr>
          <p:cNvSpPr>
            <a:spLocks noGrp="1" noRot="1" noChangeAspect="1"/>
          </p:cNvSpPr>
          <p:nvPr>
            <p:ph type="sldImg"/>
          </p:nvPr>
        </p:nvSpPr>
        <p:spPr/>
        <p:txBody>
          <a:bodyPr/>
          <a:lstStyle/>
          <a:p>
            <a:endParaRPr lang="es-CO" dirty="0"/>
          </a:p>
        </p:txBody>
      </p:sp>
      <p:sp>
        <p:nvSpPr>
          <p:cNvPr id="3" name="Notes Placeholder 2">
            <a:extLst>
              <a:ext uri="{FF2B5EF4-FFF2-40B4-BE49-F238E27FC236}">
                <a16:creationId xmlns:a16="http://schemas.microsoft.com/office/drawing/2014/main" id="{F6BDA488-9956-4593-BADD-438518081705}"/>
              </a:ext>
            </a:extLst>
          </p:cNvPr>
          <p:cNvSpPr>
            <a:spLocks noGrp="1"/>
          </p:cNvSpPr>
          <p:nvPr>
            <p:ph type="body" idx="1"/>
          </p:nvPr>
        </p:nvSpPr>
        <p:spPr/>
        <p:txBody>
          <a:bodyPr/>
          <a:lstStyle/>
          <a:p>
            <a:endParaRPr lang="es-CO" dirty="0"/>
          </a:p>
        </p:txBody>
      </p:sp>
      <p:sp>
        <p:nvSpPr>
          <p:cNvPr id="4" name="Slide Number Placeholder 3">
            <a:extLst>
              <a:ext uri="{FF2B5EF4-FFF2-40B4-BE49-F238E27FC236}">
                <a16:creationId xmlns:a16="http://schemas.microsoft.com/office/drawing/2014/main" id="{E726BB84-54E9-B0D7-2893-322BBD281A76}"/>
              </a:ext>
            </a:extLst>
          </p:cNvPr>
          <p:cNvSpPr>
            <a:spLocks noGrp="1"/>
          </p:cNvSpPr>
          <p:nvPr>
            <p:ph type="sldNum" sz="quarter" idx="5"/>
          </p:nvPr>
        </p:nvSpPr>
        <p:spPr/>
        <p:txBody>
          <a:bodyPr/>
          <a:lstStyle/>
          <a:p>
            <a:pPr rtl="0"/>
            <a:fld id="{810E1E9A-E921-4174-A0FC-51868D7AC568}" type="slidenum">
              <a:rPr lang="es-ES" noProof="0" smtClean="0"/>
              <a:t>4</a:t>
            </a:fld>
            <a:endParaRPr lang="es-ES" noProof="0" dirty="0"/>
          </a:p>
        </p:txBody>
      </p:sp>
    </p:spTree>
    <p:extLst>
      <p:ext uri="{BB962C8B-B14F-4D97-AF65-F5344CB8AC3E}">
        <p14:creationId xmlns:p14="http://schemas.microsoft.com/office/powerpoint/2010/main" val="6766580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0A047-D0A1-7D30-9697-684679473E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211FB8-111E-1EA6-0992-4A3B4C486112}"/>
              </a:ext>
            </a:extLst>
          </p:cNvPr>
          <p:cNvSpPr>
            <a:spLocks noGrp="1" noRot="1" noChangeAspect="1"/>
          </p:cNvSpPr>
          <p:nvPr>
            <p:ph type="sldImg"/>
          </p:nvPr>
        </p:nvSpPr>
        <p:spPr/>
        <p:txBody>
          <a:bodyPr/>
          <a:lstStyle/>
          <a:p>
            <a:endParaRPr lang="es-CO" dirty="0"/>
          </a:p>
        </p:txBody>
      </p:sp>
      <p:sp>
        <p:nvSpPr>
          <p:cNvPr id="3" name="Notes Placeholder 2">
            <a:extLst>
              <a:ext uri="{FF2B5EF4-FFF2-40B4-BE49-F238E27FC236}">
                <a16:creationId xmlns:a16="http://schemas.microsoft.com/office/drawing/2014/main" id="{E30F103B-4793-C60B-27B3-54448755EDF0}"/>
              </a:ext>
            </a:extLst>
          </p:cNvPr>
          <p:cNvSpPr>
            <a:spLocks noGrp="1"/>
          </p:cNvSpPr>
          <p:nvPr>
            <p:ph type="body" idx="1"/>
          </p:nvPr>
        </p:nvSpPr>
        <p:spPr/>
        <p:txBody>
          <a:bodyPr/>
          <a:lstStyle/>
          <a:p>
            <a:r>
              <a:rPr lang="es-CO" sz="1200" kern="1200" dirty="0">
                <a:solidFill>
                  <a:schemeClr val="tx1"/>
                </a:solidFill>
                <a:effectLst/>
                <a:latin typeface="+mn-lt"/>
                <a:ea typeface="+mn-ea"/>
                <a:cs typeface="+mn-cs"/>
              </a:rPr>
              <a:t>El logaritmo de una función de distribución de probabilidad (log-PDF) es simplemente el logaritmo del valor de la PDF, denotado como log(f(x)), útil para convertir la multiplicación de probabilidades en suma de estas, mejorar la estabilidad numérica con números pequeños y conectar con conceptos de la teoría de la información como la entropía. En lugar de trabajar con probabilidades muy pequeñas, las PDF logarítmicas utilizan números negativos que son más fáciles de manejar para las computadoras, lo que evita errores de subdesbordamiento y simplifica cálculos complejos. </a:t>
            </a:r>
            <a:endParaRPr lang="es-CO" dirty="0"/>
          </a:p>
        </p:txBody>
      </p:sp>
      <p:sp>
        <p:nvSpPr>
          <p:cNvPr id="4" name="Slide Number Placeholder 3">
            <a:extLst>
              <a:ext uri="{FF2B5EF4-FFF2-40B4-BE49-F238E27FC236}">
                <a16:creationId xmlns:a16="http://schemas.microsoft.com/office/drawing/2014/main" id="{3E4E935C-797D-599C-2283-71DD99A818C2}"/>
              </a:ext>
            </a:extLst>
          </p:cNvPr>
          <p:cNvSpPr>
            <a:spLocks noGrp="1"/>
          </p:cNvSpPr>
          <p:nvPr>
            <p:ph type="sldNum" sz="quarter" idx="5"/>
          </p:nvPr>
        </p:nvSpPr>
        <p:spPr/>
        <p:txBody>
          <a:bodyPr/>
          <a:lstStyle/>
          <a:p>
            <a:pPr rtl="0"/>
            <a:fld id="{810E1E9A-E921-4174-A0FC-51868D7AC568}" type="slidenum">
              <a:rPr lang="es-ES" noProof="0" smtClean="0"/>
              <a:t>5</a:t>
            </a:fld>
            <a:endParaRPr lang="es-ES" noProof="0" dirty="0"/>
          </a:p>
        </p:txBody>
      </p:sp>
    </p:spTree>
    <p:extLst>
      <p:ext uri="{BB962C8B-B14F-4D97-AF65-F5344CB8AC3E}">
        <p14:creationId xmlns:p14="http://schemas.microsoft.com/office/powerpoint/2010/main" val="15148064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52F41-9AC4-C154-D278-16697C7E03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37645E-BE7D-F053-4A77-6BFB0418C884}"/>
              </a:ext>
            </a:extLst>
          </p:cNvPr>
          <p:cNvSpPr>
            <a:spLocks noGrp="1" noRot="1" noChangeAspect="1"/>
          </p:cNvSpPr>
          <p:nvPr>
            <p:ph type="sldImg"/>
          </p:nvPr>
        </p:nvSpPr>
        <p:spPr/>
        <p:txBody>
          <a:bodyPr/>
          <a:lstStyle/>
          <a:p>
            <a:endParaRPr lang="es-CO" dirty="0"/>
          </a:p>
        </p:txBody>
      </p:sp>
      <p:sp>
        <p:nvSpPr>
          <p:cNvPr id="3" name="Notes Placeholder 2">
            <a:extLst>
              <a:ext uri="{FF2B5EF4-FFF2-40B4-BE49-F238E27FC236}">
                <a16:creationId xmlns:a16="http://schemas.microsoft.com/office/drawing/2014/main" id="{4F9CAF98-E1B6-64D0-3360-1BFDB645C7E8}"/>
              </a:ext>
            </a:extLst>
          </p:cNvPr>
          <p:cNvSpPr>
            <a:spLocks noGrp="1"/>
          </p:cNvSpPr>
          <p:nvPr>
            <p:ph type="body" idx="1"/>
          </p:nvPr>
        </p:nvSpPr>
        <p:spPr/>
        <p:txBody>
          <a:bodyPr/>
          <a:lstStyle/>
          <a:p>
            <a:endParaRPr lang="es-CO" dirty="0"/>
          </a:p>
        </p:txBody>
      </p:sp>
      <p:sp>
        <p:nvSpPr>
          <p:cNvPr id="4" name="Slide Number Placeholder 3">
            <a:extLst>
              <a:ext uri="{FF2B5EF4-FFF2-40B4-BE49-F238E27FC236}">
                <a16:creationId xmlns:a16="http://schemas.microsoft.com/office/drawing/2014/main" id="{AC978AC8-DB45-B487-8F8F-1AF0C8D80290}"/>
              </a:ext>
            </a:extLst>
          </p:cNvPr>
          <p:cNvSpPr>
            <a:spLocks noGrp="1"/>
          </p:cNvSpPr>
          <p:nvPr>
            <p:ph type="sldNum" sz="quarter" idx="5"/>
          </p:nvPr>
        </p:nvSpPr>
        <p:spPr/>
        <p:txBody>
          <a:bodyPr/>
          <a:lstStyle/>
          <a:p>
            <a:pPr rtl="0"/>
            <a:fld id="{810E1E9A-E921-4174-A0FC-51868D7AC568}" type="slidenum">
              <a:rPr lang="es-ES" noProof="0" smtClean="0"/>
              <a:t>6</a:t>
            </a:fld>
            <a:endParaRPr lang="es-ES" noProof="0" dirty="0"/>
          </a:p>
        </p:txBody>
      </p:sp>
    </p:spTree>
    <p:extLst>
      <p:ext uri="{BB962C8B-B14F-4D97-AF65-F5344CB8AC3E}">
        <p14:creationId xmlns:p14="http://schemas.microsoft.com/office/powerpoint/2010/main" val="5545105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B4B6E-76DC-6BB7-9A18-C241DD9E9F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60A0C0-A7A1-9E7A-FF41-0909E568858B}"/>
              </a:ext>
            </a:extLst>
          </p:cNvPr>
          <p:cNvSpPr>
            <a:spLocks noGrp="1" noRot="1" noChangeAspect="1"/>
          </p:cNvSpPr>
          <p:nvPr>
            <p:ph type="sldImg"/>
          </p:nvPr>
        </p:nvSpPr>
        <p:spPr/>
        <p:txBody>
          <a:bodyPr/>
          <a:lstStyle/>
          <a:p>
            <a:endParaRPr lang="es-CO" dirty="0"/>
          </a:p>
        </p:txBody>
      </p:sp>
      <p:sp>
        <p:nvSpPr>
          <p:cNvPr id="3" name="Notes Placeholder 2">
            <a:extLst>
              <a:ext uri="{FF2B5EF4-FFF2-40B4-BE49-F238E27FC236}">
                <a16:creationId xmlns:a16="http://schemas.microsoft.com/office/drawing/2014/main" id="{8F82E292-0818-079C-4151-71EB346E7056}"/>
              </a:ext>
            </a:extLst>
          </p:cNvPr>
          <p:cNvSpPr>
            <a:spLocks noGrp="1"/>
          </p:cNvSpPr>
          <p:nvPr>
            <p:ph type="body" idx="1"/>
          </p:nvPr>
        </p:nvSpPr>
        <p:spPr/>
        <p:txBody>
          <a:bodyPr/>
          <a:lstStyle/>
          <a:p>
            <a:endParaRPr lang="es-CO" dirty="0"/>
          </a:p>
        </p:txBody>
      </p:sp>
      <p:sp>
        <p:nvSpPr>
          <p:cNvPr id="4" name="Slide Number Placeholder 3">
            <a:extLst>
              <a:ext uri="{FF2B5EF4-FFF2-40B4-BE49-F238E27FC236}">
                <a16:creationId xmlns:a16="http://schemas.microsoft.com/office/drawing/2014/main" id="{97D4949D-8982-C442-E067-6ADD82587487}"/>
              </a:ext>
            </a:extLst>
          </p:cNvPr>
          <p:cNvSpPr>
            <a:spLocks noGrp="1"/>
          </p:cNvSpPr>
          <p:nvPr>
            <p:ph type="sldNum" sz="quarter" idx="5"/>
          </p:nvPr>
        </p:nvSpPr>
        <p:spPr/>
        <p:txBody>
          <a:bodyPr/>
          <a:lstStyle/>
          <a:p>
            <a:pPr rtl="0"/>
            <a:fld id="{810E1E9A-E921-4174-A0FC-51868D7AC568}" type="slidenum">
              <a:rPr lang="es-ES" noProof="0" smtClean="0"/>
              <a:t>7</a:t>
            </a:fld>
            <a:endParaRPr lang="es-ES" noProof="0" dirty="0"/>
          </a:p>
        </p:txBody>
      </p:sp>
    </p:spTree>
    <p:extLst>
      <p:ext uri="{BB962C8B-B14F-4D97-AF65-F5344CB8AC3E}">
        <p14:creationId xmlns:p14="http://schemas.microsoft.com/office/powerpoint/2010/main" val="29628283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E9F90-39BC-116A-45D1-3BC07EF999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873356-8953-7AB9-E6E7-AE77E32B2032}"/>
              </a:ext>
            </a:extLst>
          </p:cNvPr>
          <p:cNvSpPr>
            <a:spLocks noGrp="1" noRot="1" noChangeAspect="1"/>
          </p:cNvSpPr>
          <p:nvPr>
            <p:ph type="sldImg"/>
          </p:nvPr>
        </p:nvSpPr>
        <p:spPr/>
        <p:txBody>
          <a:bodyPr/>
          <a:lstStyle/>
          <a:p>
            <a:endParaRPr lang="es-CO" dirty="0"/>
          </a:p>
        </p:txBody>
      </p:sp>
      <p:sp>
        <p:nvSpPr>
          <p:cNvPr id="3" name="Notes Placeholder 2">
            <a:extLst>
              <a:ext uri="{FF2B5EF4-FFF2-40B4-BE49-F238E27FC236}">
                <a16:creationId xmlns:a16="http://schemas.microsoft.com/office/drawing/2014/main" id="{D0610F55-EC4C-59B5-9324-2E2DA1139C69}"/>
              </a:ext>
            </a:extLst>
          </p:cNvPr>
          <p:cNvSpPr>
            <a:spLocks noGrp="1"/>
          </p:cNvSpPr>
          <p:nvPr>
            <p:ph type="body" idx="1"/>
          </p:nvPr>
        </p:nvSpPr>
        <p:spPr/>
        <p:txBody>
          <a:bodyPr/>
          <a:lstStyle/>
          <a:p>
            <a:endParaRPr lang="es-CO" dirty="0"/>
          </a:p>
        </p:txBody>
      </p:sp>
      <p:sp>
        <p:nvSpPr>
          <p:cNvPr id="4" name="Slide Number Placeholder 3">
            <a:extLst>
              <a:ext uri="{FF2B5EF4-FFF2-40B4-BE49-F238E27FC236}">
                <a16:creationId xmlns:a16="http://schemas.microsoft.com/office/drawing/2014/main" id="{4652B046-9EAE-500E-17AA-8E168C53B940}"/>
              </a:ext>
            </a:extLst>
          </p:cNvPr>
          <p:cNvSpPr>
            <a:spLocks noGrp="1"/>
          </p:cNvSpPr>
          <p:nvPr>
            <p:ph type="sldNum" sz="quarter" idx="5"/>
          </p:nvPr>
        </p:nvSpPr>
        <p:spPr/>
        <p:txBody>
          <a:bodyPr/>
          <a:lstStyle/>
          <a:p>
            <a:pPr rtl="0"/>
            <a:fld id="{810E1E9A-E921-4174-A0FC-51868D7AC568}" type="slidenum">
              <a:rPr lang="es-ES" noProof="0" smtClean="0"/>
              <a:t>8</a:t>
            </a:fld>
            <a:endParaRPr lang="es-ES" noProof="0" dirty="0"/>
          </a:p>
        </p:txBody>
      </p:sp>
    </p:spTree>
    <p:extLst>
      <p:ext uri="{BB962C8B-B14F-4D97-AF65-F5344CB8AC3E}">
        <p14:creationId xmlns:p14="http://schemas.microsoft.com/office/powerpoint/2010/main" val="35242186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56EB4-9CC0-68BE-0052-E15D9AE897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C68ADC-2A9A-DE58-121D-AA8593AF8B0A}"/>
              </a:ext>
            </a:extLst>
          </p:cNvPr>
          <p:cNvSpPr>
            <a:spLocks noGrp="1" noRot="1" noChangeAspect="1"/>
          </p:cNvSpPr>
          <p:nvPr>
            <p:ph type="sldImg"/>
          </p:nvPr>
        </p:nvSpPr>
        <p:spPr/>
        <p:txBody>
          <a:bodyPr/>
          <a:lstStyle/>
          <a:p>
            <a:endParaRPr lang="es-CO" dirty="0"/>
          </a:p>
        </p:txBody>
      </p:sp>
      <p:sp>
        <p:nvSpPr>
          <p:cNvPr id="3" name="Notes Placeholder 2">
            <a:extLst>
              <a:ext uri="{FF2B5EF4-FFF2-40B4-BE49-F238E27FC236}">
                <a16:creationId xmlns:a16="http://schemas.microsoft.com/office/drawing/2014/main" id="{F084B804-A37B-97DE-983A-7FA18E78952C}"/>
              </a:ext>
            </a:extLst>
          </p:cNvPr>
          <p:cNvSpPr>
            <a:spLocks noGrp="1"/>
          </p:cNvSpPr>
          <p:nvPr>
            <p:ph type="body" idx="1"/>
          </p:nvPr>
        </p:nvSpPr>
        <p:spPr/>
        <p:txBody>
          <a:bodyPr/>
          <a:lstStyle/>
          <a:p>
            <a:endParaRPr lang="es-CO" dirty="0"/>
          </a:p>
        </p:txBody>
      </p:sp>
      <p:sp>
        <p:nvSpPr>
          <p:cNvPr id="4" name="Slide Number Placeholder 3">
            <a:extLst>
              <a:ext uri="{FF2B5EF4-FFF2-40B4-BE49-F238E27FC236}">
                <a16:creationId xmlns:a16="http://schemas.microsoft.com/office/drawing/2014/main" id="{B11C54C9-029E-E37F-9770-F1721E4649F7}"/>
              </a:ext>
            </a:extLst>
          </p:cNvPr>
          <p:cNvSpPr>
            <a:spLocks noGrp="1"/>
          </p:cNvSpPr>
          <p:nvPr>
            <p:ph type="sldNum" sz="quarter" idx="5"/>
          </p:nvPr>
        </p:nvSpPr>
        <p:spPr/>
        <p:txBody>
          <a:bodyPr/>
          <a:lstStyle/>
          <a:p>
            <a:pPr rtl="0"/>
            <a:fld id="{810E1E9A-E921-4174-A0FC-51868D7AC568}" type="slidenum">
              <a:rPr lang="es-ES" noProof="0" smtClean="0"/>
              <a:t>9</a:t>
            </a:fld>
            <a:endParaRPr lang="es-ES" noProof="0" dirty="0"/>
          </a:p>
        </p:txBody>
      </p:sp>
    </p:spTree>
    <p:extLst>
      <p:ext uri="{BB962C8B-B14F-4D97-AF65-F5344CB8AC3E}">
        <p14:creationId xmlns:p14="http://schemas.microsoft.com/office/powerpoint/2010/main" val="5014967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2BCA6-067B-8DCB-5CE8-AB78CC264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A7B82E-3DCF-ED8A-D9E6-853D13CDAB73}"/>
              </a:ext>
            </a:extLst>
          </p:cNvPr>
          <p:cNvSpPr>
            <a:spLocks noGrp="1" noRot="1" noChangeAspect="1"/>
          </p:cNvSpPr>
          <p:nvPr>
            <p:ph type="sldImg"/>
          </p:nvPr>
        </p:nvSpPr>
        <p:spPr/>
        <p:txBody>
          <a:bodyPr/>
          <a:lstStyle/>
          <a:p>
            <a:endParaRPr lang="es-CO" dirty="0"/>
          </a:p>
        </p:txBody>
      </p:sp>
      <p:sp>
        <p:nvSpPr>
          <p:cNvPr id="3" name="Notes Placeholder 2">
            <a:extLst>
              <a:ext uri="{FF2B5EF4-FFF2-40B4-BE49-F238E27FC236}">
                <a16:creationId xmlns:a16="http://schemas.microsoft.com/office/drawing/2014/main" id="{5A95FB90-8840-81E0-4A2E-B63B821DB0EA}"/>
              </a:ext>
            </a:extLst>
          </p:cNvPr>
          <p:cNvSpPr>
            <a:spLocks noGrp="1"/>
          </p:cNvSpPr>
          <p:nvPr>
            <p:ph type="body" idx="1"/>
          </p:nvPr>
        </p:nvSpPr>
        <p:spPr/>
        <p:txBody>
          <a:bodyPr/>
          <a:lstStyle/>
          <a:p>
            <a:endParaRPr lang="es-CO" dirty="0"/>
          </a:p>
        </p:txBody>
      </p:sp>
      <p:sp>
        <p:nvSpPr>
          <p:cNvPr id="4" name="Slide Number Placeholder 3">
            <a:extLst>
              <a:ext uri="{FF2B5EF4-FFF2-40B4-BE49-F238E27FC236}">
                <a16:creationId xmlns:a16="http://schemas.microsoft.com/office/drawing/2014/main" id="{71FB1578-0ABA-CCC0-2005-4E5EBC542E76}"/>
              </a:ext>
            </a:extLst>
          </p:cNvPr>
          <p:cNvSpPr>
            <a:spLocks noGrp="1"/>
          </p:cNvSpPr>
          <p:nvPr>
            <p:ph type="sldNum" sz="quarter" idx="5"/>
          </p:nvPr>
        </p:nvSpPr>
        <p:spPr/>
        <p:txBody>
          <a:bodyPr/>
          <a:lstStyle/>
          <a:p>
            <a:pPr rtl="0"/>
            <a:fld id="{810E1E9A-E921-4174-A0FC-51868D7AC568}" type="slidenum">
              <a:rPr lang="es-ES" noProof="0" smtClean="0"/>
              <a:t>10</a:t>
            </a:fld>
            <a:endParaRPr lang="es-ES" noProof="0" dirty="0"/>
          </a:p>
        </p:txBody>
      </p:sp>
    </p:spTree>
    <p:extLst>
      <p:ext uri="{BB962C8B-B14F-4D97-AF65-F5344CB8AC3E}">
        <p14:creationId xmlns:p14="http://schemas.microsoft.com/office/powerpoint/2010/main" val="4834956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739BF-B2C0-2DB1-0AFD-82D9F25C6C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6300F2-0FB0-040D-8AD1-E76AEDE34BFA}"/>
              </a:ext>
            </a:extLst>
          </p:cNvPr>
          <p:cNvSpPr>
            <a:spLocks noGrp="1" noRot="1" noChangeAspect="1"/>
          </p:cNvSpPr>
          <p:nvPr>
            <p:ph type="sldImg"/>
          </p:nvPr>
        </p:nvSpPr>
        <p:spPr/>
        <p:txBody>
          <a:bodyPr/>
          <a:lstStyle/>
          <a:p>
            <a:endParaRPr lang="es-CO" dirty="0"/>
          </a:p>
        </p:txBody>
      </p:sp>
      <p:sp>
        <p:nvSpPr>
          <p:cNvPr id="3" name="Notes Placeholder 2">
            <a:extLst>
              <a:ext uri="{FF2B5EF4-FFF2-40B4-BE49-F238E27FC236}">
                <a16:creationId xmlns:a16="http://schemas.microsoft.com/office/drawing/2014/main" id="{61F94FA4-2301-0980-5796-11CB69B04A6D}"/>
              </a:ext>
            </a:extLst>
          </p:cNvPr>
          <p:cNvSpPr>
            <a:spLocks noGrp="1"/>
          </p:cNvSpPr>
          <p:nvPr>
            <p:ph type="body" idx="1"/>
          </p:nvPr>
        </p:nvSpPr>
        <p:spPr/>
        <p:txBody>
          <a:bodyPr/>
          <a:lstStyle/>
          <a:p>
            <a:endParaRPr lang="es-CO" dirty="0"/>
          </a:p>
        </p:txBody>
      </p:sp>
      <p:sp>
        <p:nvSpPr>
          <p:cNvPr id="4" name="Slide Number Placeholder 3">
            <a:extLst>
              <a:ext uri="{FF2B5EF4-FFF2-40B4-BE49-F238E27FC236}">
                <a16:creationId xmlns:a16="http://schemas.microsoft.com/office/drawing/2014/main" id="{FF3DC309-A590-8DFF-0510-C658A877D960}"/>
              </a:ext>
            </a:extLst>
          </p:cNvPr>
          <p:cNvSpPr>
            <a:spLocks noGrp="1"/>
          </p:cNvSpPr>
          <p:nvPr>
            <p:ph type="sldNum" sz="quarter" idx="5"/>
          </p:nvPr>
        </p:nvSpPr>
        <p:spPr/>
        <p:txBody>
          <a:bodyPr/>
          <a:lstStyle/>
          <a:p>
            <a:pPr rtl="0"/>
            <a:fld id="{810E1E9A-E921-4174-A0FC-51868D7AC568}" type="slidenum">
              <a:rPr lang="es-ES" noProof="0" smtClean="0"/>
              <a:t>11</a:t>
            </a:fld>
            <a:endParaRPr lang="es-ES" noProof="0" dirty="0"/>
          </a:p>
        </p:txBody>
      </p:sp>
    </p:spTree>
    <p:extLst>
      <p:ext uri="{BB962C8B-B14F-4D97-AF65-F5344CB8AC3E}">
        <p14:creationId xmlns:p14="http://schemas.microsoft.com/office/powerpoint/2010/main" val="1384094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1E7F8-65D8-C6C0-2F51-284AB21427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C694B2-A9B4-2224-2BCB-12CE4BA2651A}"/>
              </a:ext>
            </a:extLst>
          </p:cNvPr>
          <p:cNvSpPr>
            <a:spLocks noGrp="1" noRot="1" noChangeAspect="1"/>
          </p:cNvSpPr>
          <p:nvPr>
            <p:ph type="sldImg"/>
          </p:nvPr>
        </p:nvSpPr>
        <p:spPr/>
        <p:txBody>
          <a:bodyPr/>
          <a:lstStyle/>
          <a:p>
            <a:endParaRPr lang="es-CO" dirty="0"/>
          </a:p>
        </p:txBody>
      </p:sp>
      <p:sp>
        <p:nvSpPr>
          <p:cNvPr id="3" name="Notes Placeholder 2">
            <a:extLst>
              <a:ext uri="{FF2B5EF4-FFF2-40B4-BE49-F238E27FC236}">
                <a16:creationId xmlns:a16="http://schemas.microsoft.com/office/drawing/2014/main" id="{10A57ABE-7996-DCC7-75EF-299A9A693D56}"/>
              </a:ext>
            </a:extLst>
          </p:cNvPr>
          <p:cNvSpPr>
            <a:spLocks noGrp="1"/>
          </p:cNvSpPr>
          <p:nvPr>
            <p:ph type="body" idx="1"/>
          </p:nvPr>
        </p:nvSpPr>
        <p:spPr/>
        <p:txBody>
          <a:bodyPr/>
          <a:lstStyle/>
          <a:p>
            <a:endParaRPr lang="es-CO" dirty="0"/>
          </a:p>
        </p:txBody>
      </p:sp>
      <p:sp>
        <p:nvSpPr>
          <p:cNvPr id="4" name="Slide Number Placeholder 3">
            <a:extLst>
              <a:ext uri="{FF2B5EF4-FFF2-40B4-BE49-F238E27FC236}">
                <a16:creationId xmlns:a16="http://schemas.microsoft.com/office/drawing/2014/main" id="{E317A23C-3E73-5A01-C208-1ED988096D58}"/>
              </a:ext>
            </a:extLst>
          </p:cNvPr>
          <p:cNvSpPr>
            <a:spLocks noGrp="1"/>
          </p:cNvSpPr>
          <p:nvPr>
            <p:ph type="sldNum" sz="quarter" idx="5"/>
          </p:nvPr>
        </p:nvSpPr>
        <p:spPr/>
        <p:txBody>
          <a:bodyPr/>
          <a:lstStyle/>
          <a:p>
            <a:pPr rtl="0"/>
            <a:fld id="{810E1E9A-E921-4174-A0FC-51868D7AC568}" type="slidenum">
              <a:rPr lang="es-ES" noProof="0" smtClean="0"/>
              <a:t>12</a:t>
            </a:fld>
            <a:endParaRPr lang="es-ES" noProof="0" dirty="0"/>
          </a:p>
        </p:txBody>
      </p:sp>
    </p:spTree>
    <p:extLst>
      <p:ext uri="{BB962C8B-B14F-4D97-AF65-F5344CB8AC3E}">
        <p14:creationId xmlns:p14="http://schemas.microsoft.com/office/powerpoint/2010/main" val="20181448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C1C67-DFDC-1DF2-8A0F-F3B4169C16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54FEBC-AD18-49EC-CB21-1ED53960AB3D}"/>
              </a:ext>
            </a:extLst>
          </p:cNvPr>
          <p:cNvSpPr>
            <a:spLocks noGrp="1" noRot="1" noChangeAspect="1"/>
          </p:cNvSpPr>
          <p:nvPr>
            <p:ph type="sldImg"/>
          </p:nvPr>
        </p:nvSpPr>
        <p:spPr/>
        <p:txBody>
          <a:bodyPr/>
          <a:lstStyle/>
          <a:p>
            <a:endParaRPr lang="es-CO" dirty="0"/>
          </a:p>
        </p:txBody>
      </p:sp>
      <p:sp>
        <p:nvSpPr>
          <p:cNvPr id="3" name="Notes Placeholder 2">
            <a:extLst>
              <a:ext uri="{FF2B5EF4-FFF2-40B4-BE49-F238E27FC236}">
                <a16:creationId xmlns:a16="http://schemas.microsoft.com/office/drawing/2014/main" id="{C38F9F1D-7B1C-2CE0-89AF-B7991DD2570F}"/>
              </a:ext>
            </a:extLst>
          </p:cNvPr>
          <p:cNvSpPr>
            <a:spLocks noGrp="1"/>
          </p:cNvSpPr>
          <p:nvPr>
            <p:ph type="body" idx="1"/>
          </p:nvPr>
        </p:nvSpPr>
        <p:spPr/>
        <p:txBody>
          <a:bodyPr/>
          <a:lstStyle/>
          <a:p>
            <a:endParaRPr lang="es-CO" dirty="0"/>
          </a:p>
        </p:txBody>
      </p:sp>
      <p:sp>
        <p:nvSpPr>
          <p:cNvPr id="4" name="Slide Number Placeholder 3">
            <a:extLst>
              <a:ext uri="{FF2B5EF4-FFF2-40B4-BE49-F238E27FC236}">
                <a16:creationId xmlns:a16="http://schemas.microsoft.com/office/drawing/2014/main" id="{3068D23B-4DC3-5F7E-539C-CFB26FD52ABB}"/>
              </a:ext>
            </a:extLst>
          </p:cNvPr>
          <p:cNvSpPr>
            <a:spLocks noGrp="1"/>
          </p:cNvSpPr>
          <p:nvPr>
            <p:ph type="sldNum" sz="quarter" idx="5"/>
          </p:nvPr>
        </p:nvSpPr>
        <p:spPr/>
        <p:txBody>
          <a:bodyPr/>
          <a:lstStyle/>
          <a:p>
            <a:pPr rtl="0"/>
            <a:fld id="{810E1E9A-E921-4174-A0FC-51868D7AC568}" type="slidenum">
              <a:rPr lang="es-ES" noProof="0" smtClean="0"/>
              <a:t>13</a:t>
            </a:fld>
            <a:endParaRPr lang="es-ES" noProof="0" dirty="0"/>
          </a:p>
        </p:txBody>
      </p:sp>
    </p:spTree>
    <p:extLst>
      <p:ext uri="{BB962C8B-B14F-4D97-AF65-F5344CB8AC3E}">
        <p14:creationId xmlns:p14="http://schemas.microsoft.com/office/powerpoint/2010/main" val="21579571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2D196-1BAF-744B-9EA1-CDB53CE1AE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FC6E73-8338-18E1-15A4-91ED5D9754A2}"/>
              </a:ext>
            </a:extLst>
          </p:cNvPr>
          <p:cNvSpPr>
            <a:spLocks noGrp="1" noRot="1" noChangeAspect="1"/>
          </p:cNvSpPr>
          <p:nvPr>
            <p:ph type="sldImg"/>
          </p:nvPr>
        </p:nvSpPr>
        <p:spPr/>
        <p:txBody>
          <a:bodyPr/>
          <a:lstStyle/>
          <a:p>
            <a:endParaRPr lang="es-CO" dirty="0"/>
          </a:p>
        </p:txBody>
      </p:sp>
      <p:sp>
        <p:nvSpPr>
          <p:cNvPr id="3" name="Notes Placeholder 2">
            <a:extLst>
              <a:ext uri="{FF2B5EF4-FFF2-40B4-BE49-F238E27FC236}">
                <a16:creationId xmlns:a16="http://schemas.microsoft.com/office/drawing/2014/main" id="{5AA2EE22-9EB7-D0A7-0852-64CB438C3507}"/>
              </a:ext>
            </a:extLst>
          </p:cNvPr>
          <p:cNvSpPr>
            <a:spLocks noGrp="1"/>
          </p:cNvSpPr>
          <p:nvPr>
            <p:ph type="body" idx="1"/>
          </p:nvPr>
        </p:nvSpPr>
        <p:spPr/>
        <p:txBody>
          <a:bodyPr/>
          <a:lstStyle/>
          <a:p>
            <a:endParaRPr lang="es-CO" dirty="0"/>
          </a:p>
        </p:txBody>
      </p:sp>
      <p:sp>
        <p:nvSpPr>
          <p:cNvPr id="4" name="Slide Number Placeholder 3">
            <a:extLst>
              <a:ext uri="{FF2B5EF4-FFF2-40B4-BE49-F238E27FC236}">
                <a16:creationId xmlns:a16="http://schemas.microsoft.com/office/drawing/2014/main" id="{12F9A0F4-4550-E2D2-2AF1-27CB86A4A51A}"/>
              </a:ext>
            </a:extLst>
          </p:cNvPr>
          <p:cNvSpPr>
            <a:spLocks noGrp="1"/>
          </p:cNvSpPr>
          <p:nvPr>
            <p:ph type="sldNum" sz="quarter" idx="5"/>
          </p:nvPr>
        </p:nvSpPr>
        <p:spPr/>
        <p:txBody>
          <a:bodyPr/>
          <a:lstStyle/>
          <a:p>
            <a:pPr rtl="0"/>
            <a:fld id="{810E1E9A-E921-4174-A0FC-51868D7AC568}" type="slidenum">
              <a:rPr lang="es-ES" noProof="0" smtClean="0"/>
              <a:t>14</a:t>
            </a:fld>
            <a:endParaRPr lang="es-ES" noProof="0" dirty="0"/>
          </a:p>
        </p:txBody>
      </p:sp>
    </p:spTree>
    <p:extLst>
      <p:ext uri="{BB962C8B-B14F-4D97-AF65-F5344CB8AC3E}">
        <p14:creationId xmlns:p14="http://schemas.microsoft.com/office/powerpoint/2010/main" val="3444698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CD6CB-B38C-AEF1-39B3-CC7061A332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6F90F7-DD08-6659-3643-C846BDB7B37D}"/>
              </a:ext>
            </a:extLst>
          </p:cNvPr>
          <p:cNvSpPr>
            <a:spLocks noGrp="1" noRot="1" noChangeAspect="1"/>
          </p:cNvSpPr>
          <p:nvPr>
            <p:ph type="sldImg"/>
          </p:nvPr>
        </p:nvSpPr>
        <p:spPr/>
        <p:txBody>
          <a:bodyPr/>
          <a:lstStyle/>
          <a:p>
            <a:endParaRPr lang="es-CO" dirty="0"/>
          </a:p>
        </p:txBody>
      </p:sp>
      <p:sp>
        <p:nvSpPr>
          <p:cNvPr id="3" name="Notes Placeholder 2">
            <a:extLst>
              <a:ext uri="{FF2B5EF4-FFF2-40B4-BE49-F238E27FC236}">
                <a16:creationId xmlns:a16="http://schemas.microsoft.com/office/drawing/2014/main" id="{9BF6D6E3-41E3-ACD8-9642-EA8319DAAE69}"/>
              </a:ext>
            </a:extLst>
          </p:cNvPr>
          <p:cNvSpPr>
            <a:spLocks noGrp="1"/>
          </p:cNvSpPr>
          <p:nvPr>
            <p:ph type="body" idx="1"/>
          </p:nvPr>
        </p:nvSpPr>
        <p:spPr/>
        <p:txBody>
          <a:bodyPr/>
          <a:lstStyle/>
          <a:p>
            <a:endParaRPr lang="es-CO" dirty="0"/>
          </a:p>
        </p:txBody>
      </p:sp>
      <p:sp>
        <p:nvSpPr>
          <p:cNvPr id="4" name="Slide Number Placeholder 3">
            <a:extLst>
              <a:ext uri="{FF2B5EF4-FFF2-40B4-BE49-F238E27FC236}">
                <a16:creationId xmlns:a16="http://schemas.microsoft.com/office/drawing/2014/main" id="{AD33FC61-9D68-98D9-4C54-1285AB677786}"/>
              </a:ext>
            </a:extLst>
          </p:cNvPr>
          <p:cNvSpPr>
            <a:spLocks noGrp="1"/>
          </p:cNvSpPr>
          <p:nvPr>
            <p:ph type="sldNum" sz="quarter" idx="5"/>
          </p:nvPr>
        </p:nvSpPr>
        <p:spPr/>
        <p:txBody>
          <a:bodyPr/>
          <a:lstStyle/>
          <a:p>
            <a:pPr rtl="0"/>
            <a:fld id="{810E1E9A-E921-4174-A0FC-51868D7AC568}" type="slidenum">
              <a:rPr lang="es-ES" noProof="0" smtClean="0"/>
              <a:t>15</a:t>
            </a:fld>
            <a:endParaRPr lang="es-ES" noProof="0" dirty="0"/>
          </a:p>
        </p:txBody>
      </p:sp>
    </p:spTree>
    <p:extLst>
      <p:ext uri="{BB962C8B-B14F-4D97-AF65-F5344CB8AC3E}">
        <p14:creationId xmlns:p14="http://schemas.microsoft.com/office/powerpoint/2010/main" val="6369864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834AE-4B60-2065-6E81-043C6711B4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2F4E17-B31C-9F61-EB31-6E2CB3C65980}"/>
              </a:ext>
            </a:extLst>
          </p:cNvPr>
          <p:cNvSpPr>
            <a:spLocks noGrp="1" noRot="1" noChangeAspect="1"/>
          </p:cNvSpPr>
          <p:nvPr>
            <p:ph type="sldImg"/>
          </p:nvPr>
        </p:nvSpPr>
        <p:spPr/>
        <p:txBody>
          <a:bodyPr/>
          <a:lstStyle/>
          <a:p>
            <a:endParaRPr lang="es-CO" dirty="0"/>
          </a:p>
        </p:txBody>
      </p:sp>
      <p:sp>
        <p:nvSpPr>
          <p:cNvPr id="3" name="Notes Placeholder 2">
            <a:extLst>
              <a:ext uri="{FF2B5EF4-FFF2-40B4-BE49-F238E27FC236}">
                <a16:creationId xmlns:a16="http://schemas.microsoft.com/office/drawing/2014/main" id="{6E3351DD-946F-E871-5381-0385640728F2}"/>
              </a:ext>
            </a:extLst>
          </p:cNvPr>
          <p:cNvSpPr>
            <a:spLocks noGrp="1"/>
          </p:cNvSpPr>
          <p:nvPr>
            <p:ph type="body" idx="1"/>
          </p:nvPr>
        </p:nvSpPr>
        <p:spPr/>
        <p:txBody>
          <a:bodyPr/>
          <a:lstStyle/>
          <a:p>
            <a:endParaRPr lang="es-CO" dirty="0"/>
          </a:p>
        </p:txBody>
      </p:sp>
      <p:sp>
        <p:nvSpPr>
          <p:cNvPr id="4" name="Slide Number Placeholder 3">
            <a:extLst>
              <a:ext uri="{FF2B5EF4-FFF2-40B4-BE49-F238E27FC236}">
                <a16:creationId xmlns:a16="http://schemas.microsoft.com/office/drawing/2014/main" id="{1F0DC4A1-029A-E7D9-4013-929EEAB483B1}"/>
              </a:ext>
            </a:extLst>
          </p:cNvPr>
          <p:cNvSpPr>
            <a:spLocks noGrp="1"/>
          </p:cNvSpPr>
          <p:nvPr>
            <p:ph type="sldNum" sz="quarter" idx="5"/>
          </p:nvPr>
        </p:nvSpPr>
        <p:spPr/>
        <p:txBody>
          <a:bodyPr/>
          <a:lstStyle/>
          <a:p>
            <a:pPr rtl="0"/>
            <a:fld id="{810E1E9A-E921-4174-A0FC-51868D7AC568}" type="slidenum">
              <a:rPr lang="es-ES" noProof="0" smtClean="0"/>
              <a:t>16</a:t>
            </a:fld>
            <a:endParaRPr lang="es-ES" noProof="0" dirty="0"/>
          </a:p>
        </p:txBody>
      </p:sp>
    </p:spTree>
    <p:extLst>
      <p:ext uri="{BB962C8B-B14F-4D97-AF65-F5344CB8AC3E}">
        <p14:creationId xmlns:p14="http://schemas.microsoft.com/office/powerpoint/2010/main" val="24894998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2FED8-30B5-6D37-D9F7-AD968B46E7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1A4CD9-D2B3-0A10-6CFC-D63D2F51F497}"/>
              </a:ext>
            </a:extLst>
          </p:cNvPr>
          <p:cNvSpPr>
            <a:spLocks noGrp="1" noRot="1" noChangeAspect="1"/>
          </p:cNvSpPr>
          <p:nvPr>
            <p:ph type="sldImg"/>
          </p:nvPr>
        </p:nvSpPr>
        <p:spPr/>
        <p:txBody>
          <a:bodyPr/>
          <a:lstStyle/>
          <a:p>
            <a:endParaRPr lang="es-CO" dirty="0"/>
          </a:p>
        </p:txBody>
      </p:sp>
      <p:sp>
        <p:nvSpPr>
          <p:cNvPr id="3" name="Notes Placeholder 2">
            <a:extLst>
              <a:ext uri="{FF2B5EF4-FFF2-40B4-BE49-F238E27FC236}">
                <a16:creationId xmlns:a16="http://schemas.microsoft.com/office/drawing/2014/main" id="{FF1F7D3C-3B35-8ECA-0CF9-F894E38FD89D}"/>
              </a:ext>
            </a:extLst>
          </p:cNvPr>
          <p:cNvSpPr>
            <a:spLocks noGrp="1"/>
          </p:cNvSpPr>
          <p:nvPr>
            <p:ph type="body" idx="1"/>
          </p:nvPr>
        </p:nvSpPr>
        <p:spPr/>
        <p:txBody>
          <a:bodyPr/>
          <a:lstStyle/>
          <a:p>
            <a:endParaRPr lang="es-CO" dirty="0"/>
          </a:p>
        </p:txBody>
      </p:sp>
      <p:sp>
        <p:nvSpPr>
          <p:cNvPr id="4" name="Slide Number Placeholder 3">
            <a:extLst>
              <a:ext uri="{FF2B5EF4-FFF2-40B4-BE49-F238E27FC236}">
                <a16:creationId xmlns:a16="http://schemas.microsoft.com/office/drawing/2014/main" id="{C3B37A21-2805-1D86-1F08-8DACE4409F31}"/>
              </a:ext>
            </a:extLst>
          </p:cNvPr>
          <p:cNvSpPr>
            <a:spLocks noGrp="1"/>
          </p:cNvSpPr>
          <p:nvPr>
            <p:ph type="sldNum" sz="quarter" idx="5"/>
          </p:nvPr>
        </p:nvSpPr>
        <p:spPr/>
        <p:txBody>
          <a:bodyPr/>
          <a:lstStyle/>
          <a:p>
            <a:pPr rtl="0"/>
            <a:fld id="{810E1E9A-E921-4174-A0FC-51868D7AC568}" type="slidenum">
              <a:rPr lang="es-ES" noProof="0" smtClean="0"/>
              <a:t>17</a:t>
            </a:fld>
            <a:endParaRPr lang="es-ES" noProof="0" dirty="0"/>
          </a:p>
        </p:txBody>
      </p:sp>
    </p:spTree>
    <p:extLst>
      <p:ext uri="{BB962C8B-B14F-4D97-AF65-F5344CB8AC3E}">
        <p14:creationId xmlns:p14="http://schemas.microsoft.com/office/powerpoint/2010/main" val="28262955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0C4215-74F6-6F69-D726-2600A09241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EC39B6-ACC8-6577-A6BE-5F3049049567}"/>
              </a:ext>
            </a:extLst>
          </p:cNvPr>
          <p:cNvSpPr>
            <a:spLocks noGrp="1" noRot="1" noChangeAspect="1"/>
          </p:cNvSpPr>
          <p:nvPr>
            <p:ph type="sldImg"/>
          </p:nvPr>
        </p:nvSpPr>
        <p:spPr/>
        <p:txBody>
          <a:bodyPr/>
          <a:lstStyle/>
          <a:p>
            <a:endParaRPr lang="es-CO" dirty="0"/>
          </a:p>
        </p:txBody>
      </p:sp>
      <p:sp>
        <p:nvSpPr>
          <p:cNvPr id="3" name="Notes Placeholder 2">
            <a:extLst>
              <a:ext uri="{FF2B5EF4-FFF2-40B4-BE49-F238E27FC236}">
                <a16:creationId xmlns:a16="http://schemas.microsoft.com/office/drawing/2014/main" id="{CCD30E3B-A466-950F-A2BB-AE662BC70214}"/>
              </a:ext>
            </a:extLst>
          </p:cNvPr>
          <p:cNvSpPr>
            <a:spLocks noGrp="1"/>
          </p:cNvSpPr>
          <p:nvPr>
            <p:ph type="body" idx="1"/>
          </p:nvPr>
        </p:nvSpPr>
        <p:spPr/>
        <p:txBody>
          <a:bodyPr/>
          <a:lstStyle/>
          <a:p>
            <a:endParaRPr lang="es-CO" dirty="0"/>
          </a:p>
        </p:txBody>
      </p:sp>
      <p:sp>
        <p:nvSpPr>
          <p:cNvPr id="4" name="Slide Number Placeholder 3">
            <a:extLst>
              <a:ext uri="{FF2B5EF4-FFF2-40B4-BE49-F238E27FC236}">
                <a16:creationId xmlns:a16="http://schemas.microsoft.com/office/drawing/2014/main" id="{304275B2-9D00-9FFC-B75C-6786F6DC354F}"/>
              </a:ext>
            </a:extLst>
          </p:cNvPr>
          <p:cNvSpPr>
            <a:spLocks noGrp="1"/>
          </p:cNvSpPr>
          <p:nvPr>
            <p:ph type="sldNum" sz="quarter" idx="5"/>
          </p:nvPr>
        </p:nvSpPr>
        <p:spPr/>
        <p:txBody>
          <a:bodyPr/>
          <a:lstStyle/>
          <a:p>
            <a:pPr rtl="0"/>
            <a:fld id="{810E1E9A-E921-4174-A0FC-51868D7AC568}" type="slidenum">
              <a:rPr lang="es-ES" noProof="0" smtClean="0"/>
              <a:t>18</a:t>
            </a:fld>
            <a:endParaRPr lang="es-ES" noProof="0" dirty="0"/>
          </a:p>
        </p:txBody>
      </p:sp>
    </p:spTree>
    <p:extLst>
      <p:ext uri="{BB962C8B-B14F-4D97-AF65-F5344CB8AC3E}">
        <p14:creationId xmlns:p14="http://schemas.microsoft.com/office/powerpoint/2010/main" val="41933645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379232-158F-87C3-1466-A7DD185B60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3DDB5F-E382-E641-1842-4E0AD9322FD3}"/>
              </a:ext>
            </a:extLst>
          </p:cNvPr>
          <p:cNvSpPr>
            <a:spLocks noGrp="1" noRot="1" noChangeAspect="1"/>
          </p:cNvSpPr>
          <p:nvPr>
            <p:ph type="sldImg"/>
          </p:nvPr>
        </p:nvSpPr>
        <p:spPr/>
        <p:txBody>
          <a:bodyPr/>
          <a:lstStyle/>
          <a:p>
            <a:endParaRPr lang="es-CO" dirty="0"/>
          </a:p>
        </p:txBody>
      </p:sp>
      <p:sp>
        <p:nvSpPr>
          <p:cNvPr id="3" name="Notes Placeholder 2">
            <a:extLst>
              <a:ext uri="{FF2B5EF4-FFF2-40B4-BE49-F238E27FC236}">
                <a16:creationId xmlns:a16="http://schemas.microsoft.com/office/drawing/2014/main" id="{CDC14A75-C9B0-046B-AC58-0A2BE51F3FC6}"/>
              </a:ext>
            </a:extLst>
          </p:cNvPr>
          <p:cNvSpPr>
            <a:spLocks noGrp="1"/>
          </p:cNvSpPr>
          <p:nvPr>
            <p:ph type="body" idx="1"/>
          </p:nvPr>
        </p:nvSpPr>
        <p:spPr/>
        <p:txBody>
          <a:bodyPr/>
          <a:lstStyle/>
          <a:p>
            <a:endParaRPr lang="es-CO" dirty="0"/>
          </a:p>
        </p:txBody>
      </p:sp>
      <p:sp>
        <p:nvSpPr>
          <p:cNvPr id="4" name="Slide Number Placeholder 3">
            <a:extLst>
              <a:ext uri="{FF2B5EF4-FFF2-40B4-BE49-F238E27FC236}">
                <a16:creationId xmlns:a16="http://schemas.microsoft.com/office/drawing/2014/main" id="{B88A7C40-F75F-D37C-906F-A9627CF7DC90}"/>
              </a:ext>
            </a:extLst>
          </p:cNvPr>
          <p:cNvSpPr>
            <a:spLocks noGrp="1"/>
          </p:cNvSpPr>
          <p:nvPr>
            <p:ph type="sldNum" sz="quarter" idx="5"/>
          </p:nvPr>
        </p:nvSpPr>
        <p:spPr/>
        <p:txBody>
          <a:bodyPr/>
          <a:lstStyle/>
          <a:p>
            <a:pPr rtl="0"/>
            <a:fld id="{810E1E9A-E921-4174-A0FC-51868D7AC568}" type="slidenum">
              <a:rPr lang="es-ES" noProof="0" smtClean="0"/>
              <a:t>19</a:t>
            </a:fld>
            <a:endParaRPr lang="es-ES" noProof="0" dirty="0"/>
          </a:p>
        </p:txBody>
      </p:sp>
    </p:spTree>
    <p:extLst>
      <p:ext uri="{BB962C8B-B14F-4D97-AF65-F5344CB8AC3E}">
        <p14:creationId xmlns:p14="http://schemas.microsoft.com/office/powerpoint/2010/main" val="1174252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D7A01-A806-DB8E-A1E1-8124306854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739B79-574C-0181-23D5-D3FC3E6835F5}"/>
              </a:ext>
            </a:extLst>
          </p:cNvPr>
          <p:cNvSpPr>
            <a:spLocks noGrp="1" noRot="1" noChangeAspect="1"/>
          </p:cNvSpPr>
          <p:nvPr>
            <p:ph type="sldImg"/>
          </p:nvPr>
        </p:nvSpPr>
        <p:spPr/>
        <p:txBody>
          <a:bodyPr/>
          <a:lstStyle/>
          <a:p>
            <a:endParaRPr lang="es-CO" dirty="0"/>
          </a:p>
        </p:txBody>
      </p:sp>
      <p:sp>
        <p:nvSpPr>
          <p:cNvPr id="3" name="Notes Placeholder 2">
            <a:extLst>
              <a:ext uri="{FF2B5EF4-FFF2-40B4-BE49-F238E27FC236}">
                <a16:creationId xmlns:a16="http://schemas.microsoft.com/office/drawing/2014/main" id="{4912CCA1-6394-E469-133C-2B3A0BE8CC3F}"/>
              </a:ext>
            </a:extLst>
          </p:cNvPr>
          <p:cNvSpPr>
            <a:spLocks noGrp="1"/>
          </p:cNvSpPr>
          <p:nvPr>
            <p:ph type="body" idx="1"/>
          </p:nvPr>
        </p:nvSpPr>
        <p:spPr/>
        <p:txBody>
          <a:bodyPr/>
          <a:lstStyle/>
          <a:p>
            <a:endParaRPr lang="es-CO" dirty="0"/>
          </a:p>
        </p:txBody>
      </p:sp>
      <p:sp>
        <p:nvSpPr>
          <p:cNvPr id="4" name="Slide Number Placeholder 3">
            <a:extLst>
              <a:ext uri="{FF2B5EF4-FFF2-40B4-BE49-F238E27FC236}">
                <a16:creationId xmlns:a16="http://schemas.microsoft.com/office/drawing/2014/main" id="{93CE83B2-460E-499D-C755-525CBE962F29}"/>
              </a:ext>
            </a:extLst>
          </p:cNvPr>
          <p:cNvSpPr>
            <a:spLocks noGrp="1"/>
          </p:cNvSpPr>
          <p:nvPr>
            <p:ph type="sldNum" sz="quarter" idx="5"/>
          </p:nvPr>
        </p:nvSpPr>
        <p:spPr/>
        <p:txBody>
          <a:bodyPr/>
          <a:lstStyle/>
          <a:p>
            <a:pPr rtl="0"/>
            <a:fld id="{810E1E9A-E921-4174-A0FC-51868D7AC568}" type="slidenum">
              <a:rPr lang="es-ES" noProof="0" smtClean="0"/>
              <a:t>20</a:t>
            </a:fld>
            <a:endParaRPr lang="es-ES" noProof="0" dirty="0"/>
          </a:p>
        </p:txBody>
      </p:sp>
    </p:spTree>
    <p:extLst>
      <p:ext uri="{BB962C8B-B14F-4D97-AF65-F5344CB8AC3E}">
        <p14:creationId xmlns:p14="http://schemas.microsoft.com/office/powerpoint/2010/main" val="23968376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F025FF-346F-79C6-E27E-84AE7E8B17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39A851-AAAB-7E97-801F-2E1536FBAD55}"/>
              </a:ext>
            </a:extLst>
          </p:cNvPr>
          <p:cNvSpPr>
            <a:spLocks noGrp="1" noRot="1" noChangeAspect="1"/>
          </p:cNvSpPr>
          <p:nvPr>
            <p:ph type="sldImg"/>
          </p:nvPr>
        </p:nvSpPr>
        <p:spPr/>
        <p:txBody>
          <a:bodyPr/>
          <a:lstStyle/>
          <a:p>
            <a:endParaRPr lang="es-CO" dirty="0"/>
          </a:p>
        </p:txBody>
      </p:sp>
      <p:sp>
        <p:nvSpPr>
          <p:cNvPr id="3" name="Notes Placeholder 2">
            <a:extLst>
              <a:ext uri="{FF2B5EF4-FFF2-40B4-BE49-F238E27FC236}">
                <a16:creationId xmlns:a16="http://schemas.microsoft.com/office/drawing/2014/main" id="{54373551-5A04-0148-3353-AC8276B862F5}"/>
              </a:ext>
            </a:extLst>
          </p:cNvPr>
          <p:cNvSpPr>
            <a:spLocks noGrp="1"/>
          </p:cNvSpPr>
          <p:nvPr>
            <p:ph type="body" idx="1"/>
          </p:nvPr>
        </p:nvSpPr>
        <p:spPr/>
        <p:txBody>
          <a:bodyPr/>
          <a:lstStyle/>
          <a:p>
            <a:endParaRPr lang="es-CO" dirty="0"/>
          </a:p>
        </p:txBody>
      </p:sp>
      <p:sp>
        <p:nvSpPr>
          <p:cNvPr id="4" name="Slide Number Placeholder 3">
            <a:extLst>
              <a:ext uri="{FF2B5EF4-FFF2-40B4-BE49-F238E27FC236}">
                <a16:creationId xmlns:a16="http://schemas.microsoft.com/office/drawing/2014/main" id="{80CB25F1-F4F9-1CAC-48EB-5F3AE2305C06}"/>
              </a:ext>
            </a:extLst>
          </p:cNvPr>
          <p:cNvSpPr>
            <a:spLocks noGrp="1"/>
          </p:cNvSpPr>
          <p:nvPr>
            <p:ph type="sldNum" sz="quarter" idx="5"/>
          </p:nvPr>
        </p:nvSpPr>
        <p:spPr/>
        <p:txBody>
          <a:bodyPr/>
          <a:lstStyle/>
          <a:p>
            <a:pPr rtl="0"/>
            <a:fld id="{810E1E9A-E921-4174-A0FC-51868D7AC568}" type="slidenum">
              <a:rPr lang="es-ES" noProof="0" smtClean="0"/>
              <a:t>21</a:t>
            </a:fld>
            <a:endParaRPr lang="es-ES" noProof="0" dirty="0"/>
          </a:p>
        </p:txBody>
      </p:sp>
    </p:spTree>
    <p:extLst>
      <p:ext uri="{BB962C8B-B14F-4D97-AF65-F5344CB8AC3E}">
        <p14:creationId xmlns:p14="http://schemas.microsoft.com/office/powerpoint/2010/main" val="9674439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9B8CD-5BEE-DA68-5F7C-DF0C744993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BCBEF7-F830-B588-D189-FCF500A15161}"/>
              </a:ext>
            </a:extLst>
          </p:cNvPr>
          <p:cNvSpPr>
            <a:spLocks noGrp="1" noRot="1" noChangeAspect="1"/>
          </p:cNvSpPr>
          <p:nvPr>
            <p:ph type="sldImg"/>
          </p:nvPr>
        </p:nvSpPr>
        <p:spPr/>
        <p:txBody>
          <a:bodyPr/>
          <a:lstStyle/>
          <a:p>
            <a:endParaRPr lang="es-CO" dirty="0"/>
          </a:p>
        </p:txBody>
      </p:sp>
      <p:sp>
        <p:nvSpPr>
          <p:cNvPr id="3" name="Notes Placeholder 2">
            <a:extLst>
              <a:ext uri="{FF2B5EF4-FFF2-40B4-BE49-F238E27FC236}">
                <a16:creationId xmlns:a16="http://schemas.microsoft.com/office/drawing/2014/main" id="{9BBC65E8-C4B6-0EAD-C9AE-9483929AD9A6}"/>
              </a:ext>
            </a:extLst>
          </p:cNvPr>
          <p:cNvSpPr>
            <a:spLocks noGrp="1"/>
          </p:cNvSpPr>
          <p:nvPr>
            <p:ph type="body" idx="1"/>
          </p:nvPr>
        </p:nvSpPr>
        <p:spPr/>
        <p:txBody>
          <a:bodyPr/>
          <a:lstStyle/>
          <a:p>
            <a:endParaRPr lang="es-CO" dirty="0"/>
          </a:p>
        </p:txBody>
      </p:sp>
      <p:sp>
        <p:nvSpPr>
          <p:cNvPr id="4" name="Slide Number Placeholder 3">
            <a:extLst>
              <a:ext uri="{FF2B5EF4-FFF2-40B4-BE49-F238E27FC236}">
                <a16:creationId xmlns:a16="http://schemas.microsoft.com/office/drawing/2014/main" id="{9EBD3C3C-2240-7823-6DF5-F29623C75267}"/>
              </a:ext>
            </a:extLst>
          </p:cNvPr>
          <p:cNvSpPr>
            <a:spLocks noGrp="1"/>
          </p:cNvSpPr>
          <p:nvPr>
            <p:ph type="sldNum" sz="quarter" idx="5"/>
          </p:nvPr>
        </p:nvSpPr>
        <p:spPr/>
        <p:txBody>
          <a:bodyPr/>
          <a:lstStyle/>
          <a:p>
            <a:pPr rtl="0"/>
            <a:fld id="{810E1E9A-E921-4174-A0FC-51868D7AC568}" type="slidenum">
              <a:rPr lang="es-ES" noProof="0" smtClean="0"/>
              <a:t>22</a:t>
            </a:fld>
            <a:endParaRPr lang="es-ES" noProof="0" dirty="0"/>
          </a:p>
        </p:txBody>
      </p:sp>
    </p:spTree>
    <p:extLst>
      <p:ext uri="{BB962C8B-B14F-4D97-AF65-F5344CB8AC3E}">
        <p14:creationId xmlns:p14="http://schemas.microsoft.com/office/powerpoint/2010/main" val="28098785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8CF1E-8067-151B-9FF6-392BE84ECA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3FFE15-AE45-6A37-C908-3FA3EBA17551}"/>
              </a:ext>
            </a:extLst>
          </p:cNvPr>
          <p:cNvSpPr>
            <a:spLocks noGrp="1" noRot="1" noChangeAspect="1"/>
          </p:cNvSpPr>
          <p:nvPr>
            <p:ph type="sldImg"/>
          </p:nvPr>
        </p:nvSpPr>
        <p:spPr/>
        <p:txBody>
          <a:bodyPr/>
          <a:lstStyle/>
          <a:p>
            <a:endParaRPr lang="es-CO" dirty="0"/>
          </a:p>
        </p:txBody>
      </p:sp>
      <p:sp>
        <p:nvSpPr>
          <p:cNvPr id="3" name="Notes Placeholder 2">
            <a:extLst>
              <a:ext uri="{FF2B5EF4-FFF2-40B4-BE49-F238E27FC236}">
                <a16:creationId xmlns:a16="http://schemas.microsoft.com/office/drawing/2014/main" id="{5EDBC458-0C69-ACD1-9966-FD3D7DD6657F}"/>
              </a:ext>
            </a:extLst>
          </p:cNvPr>
          <p:cNvSpPr>
            <a:spLocks noGrp="1"/>
          </p:cNvSpPr>
          <p:nvPr>
            <p:ph type="body" idx="1"/>
          </p:nvPr>
        </p:nvSpPr>
        <p:spPr/>
        <p:txBody>
          <a:bodyPr/>
          <a:lstStyle/>
          <a:p>
            <a:endParaRPr lang="es-CO" dirty="0"/>
          </a:p>
        </p:txBody>
      </p:sp>
      <p:sp>
        <p:nvSpPr>
          <p:cNvPr id="4" name="Slide Number Placeholder 3">
            <a:extLst>
              <a:ext uri="{FF2B5EF4-FFF2-40B4-BE49-F238E27FC236}">
                <a16:creationId xmlns:a16="http://schemas.microsoft.com/office/drawing/2014/main" id="{F706999F-2BEE-2FE5-A9C0-3716C9389C56}"/>
              </a:ext>
            </a:extLst>
          </p:cNvPr>
          <p:cNvSpPr>
            <a:spLocks noGrp="1"/>
          </p:cNvSpPr>
          <p:nvPr>
            <p:ph type="sldNum" sz="quarter" idx="5"/>
          </p:nvPr>
        </p:nvSpPr>
        <p:spPr/>
        <p:txBody>
          <a:bodyPr/>
          <a:lstStyle/>
          <a:p>
            <a:pPr rtl="0"/>
            <a:fld id="{810E1E9A-E921-4174-A0FC-51868D7AC568}" type="slidenum">
              <a:rPr lang="es-ES" noProof="0" smtClean="0"/>
              <a:t>23</a:t>
            </a:fld>
            <a:endParaRPr lang="es-ES" noProof="0" dirty="0"/>
          </a:p>
        </p:txBody>
      </p:sp>
    </p:spTree>
    <p:extLst>
      <p:ext uri="{BB962C8B-B14F-4D97-AF65-F5344CB8AC3E}">
        <p14:creationId xmlns:p14="http://schemas.microsoft.com/office/powerpoint/2010/main" val="17782142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57A7A-8D1F-468A-D1AD-BE9CF8A3C9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2AE8C2-CE81-3F38-883A-7B9165E08AA5}"/>
              </a:ext>
            </a:extLst>
          </p:cNvPr>
          <p:cNvSpPr>
            <a:spLocks noGrp="1" noRot="1" noChangeAspect="1"/>
          </p:cNvSpPr>
          <p:nvPr>
            <p:ph type="sldImg"/>
          </p:nvPr>
        </p:nvSpPr>
        <p:spPr/>
        <p:txBody>
          <a:bodyPr/>
          <a:lstStyle/>
          <a:p>
            <a:endParaRPr lang="es-CO" dirty="0"/>
          </a:p>
        </p:txBody>
      </p:sp>
      <p:sp>
        <p:nvSpPr>
          <p:cNvPr id="3" name="Notes Placeholder 2">
            <a:extLst>
              <a:ext uri="{FF2B5EF4-FFF2-40B4-BE49-F238E27FC236}">
                <a16:creationId xmlns:a16="http://schemas.microsoft.com/office/drawing/2014/main" id="{920FDEAB-2F33-E96D-F182-D1FB520086F6}"/>
              </a:ext>
            </a:extLst>
          </p:cNvPr>
          <p:cNvSpPr>
            <a:spLocks noGrp="1"/>
          </p:cNvSpPr>
          <p:nvPr>
            <p:ph type="body" idx="1"/>
          </p:nvPr>
        </p:nvSpPr>
        <p:spPr/>
        <p:txBody>
          <a:bodyPr/>
          <a:lstStyle/>
          <a:p>
            <a:endParaRPr lang="es-CO" dirty="0"/>
          </a:p>
        </p:txBody>
      </p:sp>
      <p:sp>
        <p:nvSpPr>
          <p:cNvPr id="4" name="Slide Number Placeholder 3">
            <a:extLst>
              <a:ext uri="{FF2B5EF4-FFF2-40B4-BE49-F238E27FC236}">
                <a16:creationId xmlns:a16="http://schemas.microsoft.com/office/drawing/2014/main" id="{026B2720-CF05-4C72-E375-009FB02318B3}"/>
              </a:ext>
            </a:extLst>
          </p:cNvPr>
          <p:cNvSpPr>
            <a:spLocks noGrp="1"/>
          </p:cNvSpPr>
          <p:nvPr>
            <p:ph type="sldNum" sz="quarter" idx="5"/>
          </p:nvPr>
        </p:nvSpPr>
        <p:spPr/>
        <p:txBody>
          <a:bodyPr/>
          <a:lstStyle/>
          <a:p>
            <a:pPr rtl="0"/>
            <a:fld id="{810E1E9A-E921-4174-A0FC-51868D7AC568}" type="slidenum">
              <a:rPr lang="es-ES" noProof="0" smtClean="0"/>
              <a:t>24</a:t>
            </a:fld>
            <a:endParaRPr lang="es-ES" noProof="0" dirty="0"/>
          </a:p>
        </p:txBody>
      </p:sp>
    </p:spTree>
    <p:extLst>
      <p:ext uri="{BB962C8B-B14F-4D97-AF65-F5344CB8AC3E}">
        <p14:creationId xmlns:p14="http://schemas.microsoft.com/office/powerpoint/2010/main" val="41309662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dirty="0"/>
          </a:p>
        </p:txBody>
      </p:sp>
      <p:sp>
        <p:nvSpPr>
          <p:cNvPr id="3" name="Notes Placeholder 2"/>
          <p:cNvSpPr>
            <a:spLocks noGrp="1"/>
          </p:cNvSpPr>
          <p:nvPr>
            <p:ph type="body" idx="1"/>
          </p:nvPr>
        </p:nvSpPr>
        <p:spPr/>
        <p:txBody>
          <a:bodyPr/>
          <a:lstStyle/>
          <a:p>
            <a:endParaRPr lang="es-CO" sz="1200" b="0" i="0" dirty="0">
              <a:solidFill>
                <a:srgbClr val="24292F"/>
              </a:solidFill>
              <a:effectLst/>
              <a:latin typeface="-apple-system"/>
              <a:cs typeface="Segoe UI Light" panose="020B0502040204020203" pitchFamily="34" charset="0"/>
            </a:endParaRPr>
          </a:p>
        </p:txBody>
      </p:sp>
      <p:sp>
        <p:nvSpPr>
          <p:cNvPr id="4" name="Slide Number Placeholder 3"/>
          <p:cNvSpPr>
            <a:spLocks noGrp="1"/>
          </p:cNvSpPr>
          <p:nvPr>
            <p:ph type="sldNum" sz="quarter" idx="5"/>
          </p:nvPr>
        </p:nvSpPr>
        <p:spPr/>
        <p:txBody>
          <a:bodyPr/>
          <a:lstStyle/>
          <a:p>
            <a:pPr rtl="0"/>
            <a:fld id="{810E1E9A-E921-4174-A0FC-51868D7AC568}" type="slidenum">
              <a:rPr lang="es-ES" noProof="0" smtClean="0"/>
              <a:t>25</a:t>
            </a:fld>
            <a:endParaRPr lang="es-ES" noProof="0" dirty="0"/>
          </a:p>
        </p:txBody>
      </p:sp>
    </p:spTree>
    <p:extLst>
      <p:ext uri="{BB962C8B-B14F-4D97-AF65-F5344CB8AC3E}">
        <p14:creationId xmlns:p14="http://schemas.microsoft.com/office/powerpoint/2010/main" val="369059726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dirty="0"/>
          </a:p>
        </p:txBody>
      </p:sp>
      <p:sp>
        <p:nvSpPr>
          <p:cNvPr id="3" name="Notes Placeholder 2"/>
          <p:cNvSpPr>
            <a:spLocks noGrp="1"/>
          </p:cNvSpPr>
          <p:nvPr>
            <p:ph type="body" idx="1"/>
          </p:nvPr>
        </p:nvSpPr>
        <p:spPr/>
        <p:txBody>
          <a:bodyPr/>
          <a:lstStyle/>
          <a:p>
            <a:endParaRPr lang="es-CO" sz="1200" b="0" i="0" dirty="0">
              <a:solidFill>
                <a:srgbClr val="24292F"/>
              </a:solidFill>
              <a:effectLst/>
              <a:latin typeface="-apple-system"/>
              <a:cs typeface="Segoe UI Light" panose="020B0502040204020203" pitchFamily="34" charset="0"/>
            </a:endParaRPr>
          </a:p>
        </p:txBody>
      </p:sp>
      <p:sp>
        <p:nvSpPr>
          <p:cNvPr id="4" name="Slide Number Placeholder 3"/>
          <p:cNvSpPr>
            <a:spLocks noGrp="1"/>
          </p:cNvSpPr>
          <p:nvPr>
            <p:ph type="sldNum" sz="quarter" idx="5"/>
          </p:nvPr>
        </p:nvSpPr>
        <p:spPr/>
        <p:txBody>
          <a:bodyPr/>
          <a:lstStyle/>
          <a:p>
            <a:pPr rtl="0"/>
            <a:fld id="{810E1E9A-E921-4174-A0FC-51868D7AC568}" type="slidenum">
              <a:rPr lang="es-ES" noProof="0" smtClean="0"/>
              <a:t>26</a:t>
            </a:fld>
            <a:endParaRPr lang="es-ES" noProof="0" dirty="0"/>
          </a:p>
        </p:txBody>
      </p:sp>
    </p:spTree>
    <p:extLst>
      <p:ext uri="{BB962C8B-B14F-4D97-AF65-F5344CB8AC3E}">
        <p14:creationId xmlns:p14="http://schemas.microsoft.com/office/powerpoint/2010/main" val="41071360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bienvenida e introducción">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20000" y="720000"/>
            <a:ext cx="6840000" cy="2880000"/>
          </a:xfrm>
        </p:spPr>
        <p:txBody>
          <a:bodyPr anchor="t" anchorCtr="0">
            <a:normAutofit/>
          </a:bodyPr>
          <a:lstStyle>
            <a:lvl1pPr algn="l">
              <a:defRPr sz="2600"/>
            </a:lvl1pPr>
          </a:lstStyle>
          <a:p>
            <a:r>
              <a:rPr lang="es-ES" dirty="0"/>
              <a:t>Ingrese aquí el título de la sección, actividad o clase</a:t>
            </a:r>
            <a:endParaRPr lang="en-US" dirty="0"/>
          </a:p>
        </p:txBody>
      </p:sp>
      <p:sp>
        <p:nvSpPr>
          <p:cNvPr id="3" name="Subtitle 2"/>
          <p:cNvSpPr>
            <a:spLocks noGrp="1"/>
          </p:cNvSpPr>
          <p:nvPr>
            <p:ph type="subTitle" idx="1" hasCustomPrompt="1"/>
          </p:nvPr>
        </p:nvSpPr>
        <p:spPr>
          <a:xfrm>
            <a:off x="720000" y="3701988"/>
            <a:ext cx="6840000" cy="1553775"/>
          </a:xfrm>
        </p:spPr>
        <p:txBody>
          <a:bodyPr>
            <a:normAutofit/>
          </a:bodyPr>
          <a:lstStyle>
            <a:lvl1pPr marL="0" indent="0" algn="l">
              <a:buNone/>
              <a:defRPr sz="2000">
                <a:solidFill>
                  <a:schemeClr val="tx1">
                    <a:lumMod val="75000"/>
                    <a:lumOff val="25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s-ES" dirty="0"/>
              <a:t>Ingrese aquí un texto descriptivo de esta actividad (opcional)</a:t>
            </a:r>
            <a:endParaRPr lang="en-US" dirty="0"/>
          </a:p>
        </p:txBody>
      </p:sp>
      <p:sp>
        <p:nvSpPr>
          <p:cNvPr id="4" name="Date Placeholder 3"/>
          <p:cNvSpPr>
            <a:spLocks noGrp="1"/>
          </p:cNvSpPr>
          <p:nvPr>
            <p:ph type="dt" sz="half" idx="10"/>
          </p:nvPr>
        </p:nvSpPr>
        <p:spPr/>
        <p:txBody>
          <a:bodyPr/>
          <a:lstStyle/>
          <a:p>
            <a:pPr rtl="0"/>
            <a:fld id="{55224D71-97F5-4B9D-B11B-235152E09E96}" type="datetime1">
              <a:rPr lang="es-ES" noProof="0" smtClean="0"/>
              <a:t>13/05/2026</a:t>
            </a:fld>
            <a:endParaRPr lang="es-ES" noProof="0" dirty="0"/>
          </a:p>
        </p:txBody>
      </p:sp>
      <p:sp>
        <p:nvSpPr>
          <p:cNvPr id="5" name="Footer Placeholder 4"/>
          <p:cNvSpPr>
            <a:spLocks noGrp="1"/>
          </p:cNvSpPr>
          <p:nvPr>
            <p:ph type="ftr" sz="quarter" idx="11"/>
          </p:nvPr>
        </p:nvSpPr>
        <p:spPr/>
        <p:txBody>
          <a:bodyPr/>
          <a:lstStyle/>
          <a:p>
            <a:pPr rtl="0"/>
            <a:r>
              <a:rPr lang="es-CO" noProof="0" dirty="0"/>
              <a:t>Escuela Colombiana de Ingeniería Julio Garavito</a:t>
            </a:r>
            <a:endParaRPr lang="es-ES" noProof="0" dirty="0"/>
          </a:p>
        </p:txBody>
      </p:sp>
      <p:sp>
        <p:nvSpPr>
          <p:cNvPr id="6" name="Slide Number Placeholder 5"/>
          <p:cNvSpPr>
            <a:spLocks noGrp="1"/>
          </p:cNvSpPr>
          <p:nvPr>
            <p:ph type="sldNum" sz="quarter" idx="12"/>
          </p:nvPr>
        </p:nvSpPr>
        <p:spPr/>
        <p:txBody>
          <a:bodyPr/>
          <a:lstStyle/>
          <a:p>
            <a:pPr rtl="0"/>
            <a:fld id="{71B7BAC7-FE87-40F6-AA24-4F4685D1B022}" type="slidenum">
              <a:rPr lang="es-ES" noProof="0" smtClean="0"/>
              <a:t>‹#›</a:t>
            </a:fld>
            <a:endParaRPr lang="es-ES" noProof="0" dirty="0"/>
          </a:p>
        </p:txBody>
      </p:sp>
      <p:sp>
        <p:nvSpPr>
          <p:cNvPr id="8" name="Rectangle: Rounded Corners 7">
            <a:extLst>
              <a:ext uri="{FF2B5EF4-FFF2-40B4-BE49-F238E27FC236}">
                <a16:creationId xmlns:a16="http://schemas.microsoft.com/office/drawing/2014/main" id="{564332D5-1933-C57D-42B6-183DC2A4C567}"/>
              </a:ext>
            </a:extLst>
          </p:cNvPr>
          <p:cNvSpPr/>
          <p:nvPr/>
        </p:nvSpPr>
        <p:spPr>
          <a:xfrm>
            <a:off x="720000" y="5598000"/>
            <a:ext cx="613813" cy="540000"/>
          </a:xfrm>
          <a:prstGeom prst="roundRect">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21" name="Content Placeholder 20">
            <a:extLst>
              <a:ext uri="{FF2B5EF4-FFF2-40B4-BE49-F238E27FC236}">
                <a16:creationId xmlns:a16="http://schemas.microsoft.com/office/drawing/2014/main" id="{37EDCC3F-5122-AA78-5970-BD245E579433}"/>
              </a:ext>
            </a:extLst>
          </p:cNvPr>
          <p:cNvSpPr>
            <a:spLocks noGrp="1"/>
          </p:cNvSpPr>
          <p:nvPr>
            <p:ph sz="quarter" idx="14" hasCustomPrompt="1"/>
          </p:nvPr>
        </p:nvSpPr>
        <p:spPr>
          <a:xfrm>
            <a:off x="927652" y="5598000"/>
            <a:ext cx="4320000" cy="540000"/>
          </a:xfrm>
          <a:solidFill>
            <a:schemeClr val="bg1">
              <a:lumMod val="75000"/>
            </a:schemeClr>
          </a:solidFill>
        </p:spPr>
        <p:txBody>
          <a:bodyPr anchor="ctr" anchorCtr="0">
            <a:noAutofit/>
          </a:bodyPr>
          <a:lstStyle>
            <a:lvl1pPr marL="0" indent="0">
              <a:buNone/>
              <a:defRPr sz="1800">
                <a:solidFill>
                  <a:schemeClr val="bg1">
                    <a:lumMod val="10000"/>
                  </a:schemeClr>
                </a:solidFill>
                <a:latin typeface="+mn-lt"/>
              </a:defRPr>
            </a:lvl1pPr>
            <a:lvl2pPr>
              <a:defRPr sz="1600"/>
            </a:lvl2pPr>
            <a:lvl3pPr>
              <a:defRPr sz="1400"/>
            </a:lvl3pPr>
            <a:lvl4pPr>
              <a:defRPr sz="1200"/>
            </a:lvl4pPr>
            <a:lvl5pPr>
              <a:defRPr sz="1200"/>
            </a:lvl5pPr>
          </a:lstStyle>
          <a:p>
            <a:r>
              <a:rPr lang="en-US" sz="1800" dirty="0" err="1">
                <a:solidFill>
                  <a:schemeClr val="bg1"/>
                </a:solidFill>
                <a:latin typeface="Segoe UI" panose="020B0502040204020203" pitchFamily="34" charset="0"/>
                <a:cs typeface="Segoe UI" panose="020B0502040204020203" pitchFamily="34" charset="0"/>
              </a:rPr>
              <a:t>Ingrese</a:t>
            </a:r>
            <a:r>
              <a:rPr lang="en-US" sz="1800" dirty="0">
                <a:solidFill>
                  <a:schemeClr val="bg1"/>
                </a:solidFill>
                <a:latin typeface="Segoe UI" panose="020B0502040204020203" pitchFamily="34" charset="0"/>
                <a:cs typeface="Segoe UI" panose="020B0502040204020203" pitchFamily="34" charset="0"/>
              </a:rPr>
              <a:t> </a:t>
            </a:r>
            <a:r>
              <a:rPr lang="en-US" sz="1800" dirty="0" err="1">
                <a:solidFill>
                  <a:schemeClr val="bg1"/>
                </a:solidFill>
                <a:latin typeface="Segoe UI" panose="020B0502040204020203" pitchFamily="34" charset="0"/>
                <a:cs typeface="Segoe UI" panose="020B0502040204020203" pitchFamily="34" charset="0"/>
              </a:rPr>
              <a:t>aquí</a:t>
            </a:r>
            <a:r>
              <a:rPr lang="en-US" sz="1800" dirty="0">
                <a:solidFill>
                  <a:schemeClr val="bg1"/>
                </a:solidFill>
                <a:latin typeface="Segoe UI" panose="020B0502040204020203" pitchFamily="34" charset="0"/>
                <a:cs typeface="Segoe UI" panose="020B0502040204020203" pitchFamily="34" charset="0"/>
              </a:rPr>
              <a:t> </a:t>
            </a:r>
            <a:r>
              <a:rPr lang="en-US" sz="1800" dirty="0" err="1">
                <a:solidFill>
                  <a:schemeClr val="bg1"/>
                </a:solidFill>
                <a:latin typeface="Segoe UI" panose="020B0502040204020203" pitchFamily="34" charset="0"/>
                <a:cs typeface="Segoe UI" panose="020B0502040204020203" pitchFamily="34" charset="0"/>
              </a:rPr>
              <a:t>su</a:t>
            </a:r>
            <a:r>
              <a:rPr lang="en-US" sz="1800" dirty="0">
                <a:solidFill>
                  <a:schemeClr val="bg1"/>
                </a:solidFill>
                <a:latin typeface="Segoe UI" panose="020B0502040204020203" pitchFamily="34" charset="0"/>
                <a:cs typeface="Segoe UI" panose="020B0502040204020203" pitchFamily="34" charset="0"/>
              </a:rPr>
              <a:t> </a:t>
            </a:r>
            <a:r>
              <a:rPr lang="en-US" sz="1800" dirty="0" err="1">
                <a:solidFill>
                  <a:schemeClr val="bg1"/>
                </a:solidFill>
                <a:latin typeface="Segoe UI" panose="020B0502040204020203" pitchFamily="34" charset="0"/>
                <a:cs typeface="Segoe UI" panose="020B0502040204020203" pitchFamily="34" charset="0"/>
              </a:rPr>
              <a:t>nombre</a:t>
            </a:r>
            <a:r>
              <a:rPr lang="en-US" sz="1800" dirty="0">
                <a:solidFill>
                  <a:schemeClr val="bg1"/>
                </a:solidFill>
                <a:latin typeface="Segoe UI" panose="020B0502040204020203" pitchFamily="34" charset="0"/>
                <a:cs typeface="Segoe UI" panose="020B0502040204020203" pitchFamily="34" charset="0"/>
              </a:rPr>
              <a:t> (</a:t>
            </a:r>
            <a:r>
              <a:rPr lang="en-US" sz="1800" dirty="0" err="1">
                <a:solidFill>
                  <a:schemeClr val="bg1"/>
                </a:solidFill>
                <a:latin typeface="Segoe UI" panose="020B0502040204020203" pitchFamily="34" charset="0"/>
                <a:cs typeface="Segoe UI" panose="020B0502040204020203" pitchFamily="34" charset="0"/>
              </a:rPr>
              <a:t>requerido</a:t>
            </a:r>
            <a:r>
              <a:rPr lang="en-US" sz="1800" dirty="0">
                <a:solidFill>
                  <a:schemeClr val="bg1"/>
                </a:solidFill>
                <a:latin typeface="Segoe UI" panose="020B0502040204020203" pitchFamily="34" charset="0"/>
                <a:cs typeface="Segoe UI" panose="020B0502040204020203" pitchFamily="34" charset="0"/>
              </a:rPr>
              <a:t>)</a:t>
            </a:r>
          </a:p>
        </p:txBody>
      </p:sp>
    </p:spTree>
    <p:extLst>
      <p:ext uri="{BB962C8B-B14F-4D97-AF65-F5344CB8AC3E}">
        <p14:creationId xmlns:p14="http://schemas.microsoft.com/office/powerpoint/2010/main" val="3292397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con exposito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719999"/>
            <a:ext cx="6840000" cy="810000"/>
          </a:xfrm>
        </p:spPr>
        <p:txBody>
          <a:bodyPr anchor="b" anchorCtr="0">
            <a:normAutofit/>
          </a:bodyPr>
          <a:lstStyle>
            <a:lvl1pPr>
              <a:defRPr sz="2600"/>
            </a:lvl1pPr>
          </a:lstStyle>
          <a:p>
            <a:r>
              <a:rPr lang="es-ES" dirty="0"/>
              <a:t>Ingrese aquí un subtítulo</a:t>
            </a:r>
            <a:endParaRPr lang="en-US" dirty="0"/>
          </a:p>
        </p:txBody>
      </p:sp>
      <p:sp>
        <p:nvSpPr>
          <p:cNvPr id="3" name="Content Placeholder 2"/>
          <p:cNvSpPr>
            <a:spLocks noGrp="1"/>
          </p:cNvSpPr>
          <p:nvPr>
            <p:ph idx="1"/>
          </p:nvPr>
        </p:nvSpPr>
        <p:spPr>
          <a:xfrm>
            <a:off x="720000" y="1620000"/>
            <a:ext cx="6840000" cy="4590000"/>
          </a:xfrm>
        </p:spPr>
        <p:txBody>
          <a:bodyPr/>
          <a:lstStyle>
            <a:lvl1pPr>
              <a:defRPr sz="2400">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4" name="Date Placeholder 3"/>
          <p:cNvSpPr>
            <a:spLocks noGrp="1"/>
          </p:cNvSpPr>
          <p:nvPr>
            <p:ph type="dt" sz="half" idx="10"/>
          </p:nvPr>
        </p:nvSpPr>
        <p:spPr>
          <a:xfrm>
            <a:off x="720000" y="6356351"/>
            <a:ext cx="2743200" cy="365125"/>
          </a:xfrm>
        </p:spPr>
        <p:txBody>
          <a:bodyPr/>
          <a:lstStyle/>
          <a:p>
            <a:pPr rtl="0"/>
            <a:fld id="{0D82DBE2-B5E9-4999-A9C0-55ED93FCE73D}" type="datetime1">
              <a:rPr lang="es-ES" noProof="0" smtClean="0"/>
              <a:t>13/05/2026</a:t>
            </a:fld>
            <a:endParaRPr lang="es-ES" noProof="0" dirty="0"/>
          </a:p>
        </p:txBody>
      </p:sp>
      <p:sp>
        <p:nvSpPr>
          <p:cNvPr id="5" name="Footer Placeholder 4"/>
          <p:cNvSpPr>
            <a:spLocks noGrp="1"/>
          </p:cNvSpPr>
          <p:nvPr>
            <p:ph type="ftr" sz="quarter" idx="11"/>
          </p:nvPr>
        </p:nvSpPr>
        <p:spPr/>
        <p:txBody>
          <a:bodyPr/>
          <a:lstStyle/>
          <a:p>
            <a:pPr rtl="0"/>
            <a:r>
              <a:rPr lang="es-CO" noProof="0" dirty="0"/>
              <a:t>Escuela Colombiana de Ingeniería Julio Garavito</a:t>
            </a:r>
            <a:endParaRPr lang="es-ES" noProof="0" dirty="0"/>
          </a:p>
        </p:txBody>
      </p:sp>
      <p:sp>
        <p:nvSpPr>
          <p:cNvPr id="6" name="Slide Number Placeholder 5"/>
          <p:cNvSpPr>
            <a:spLocks noGrp="1"/>
          </p:cNvSpPr>
          <p:nvPr>
            <p:ph type="sldNum" sz="quarter" idx="12"/>
          </p:nvPr>
        </p:nvSpPr>
        <p:spPr/>
        <p:txBody>
          <a:bodyPr/>
          <a:lstStyle/>
          <a:p>
            <a:pPr rtl="0"/>
            <a:fld id="{71B7BAC7-FE87-40F6-AA24-4F4685D1B022}" type="slidenum">
              <a:rPr lang="es-ES" noProof="0" smtClean="0"/>
              <a:pPr rtl="0"/>
              <a:t>‹#›</a:t>
            </a:fld>
            <a:endParaRPr lang="es-ES" noProof="0" dirty="0"/>
          </a:p>
        </p:txBody>
      </p:sp>
    </p:spTree>
    <p:extLst>
      <p:ext uri="{BB962C8B-B14F-4D97-AF65-F5344CB8AC3E}">
        <p14:creationId xmlns:p14="http://schemas.microsoft.com/office/powerpoint/2010/main" val="8158087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ítulo y objetos sin exposito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719999"/>
            <a:ext cx="10753200" cy="810000"/>
          </a:xfrm>
        </p:spPr>
        <p:txBody>
          <a:bodyPr anchor="b" anchorCtr="0">
            <a:normAutofit/>
          </a:bodyPr>
          <a:lstStyle>
            <a:lvl1pPr>
              <a:defRPr sz="2600"/>
            </a:lvl1pPr>
          </a:lstStyle>
          <a:p>
            <a:r>
              <a:rPr lang="es-ES" dirty="0"/>
              <a:t>Ingrese aquí un subtítulo</a:t>
            </a:r>
            <a:endParaRPr lang="en-US" dirty="0"/>
          </a:p>
        </p:txBody>
      </p:sp>
      <p:sp>
        <p:nvSpPr>
          <p:cNvPr id="3" name="Content Placeholder 2"/>
          <p:cNvSpPr>
            <a:spLocks noGrp="1"/>
          </p:cNvSpPr>
          <p:nvPr>
            <p:ph idx="1"/>
          </p:nvPr>
        </p:nvSpPr>
        <p:spPr>
          <a:xfrm>
            <a:off x="720000" y="1620000"/>
            <a:ext cx="10753200" cy="4590000"/>
          </a:xfrm>
        </p:spPr>
        <p:txBody>
          <a:bodyPr/>
          <a:lstStyle>
            <a:lvl1pPr>
              <a:defRPr sz="2400">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4" name="Date Placeholder 3"/>
          <p:cNvSpPr>
            <a:spLocks noGrp="1"/>
          </p:cNvSpPr>
          <p:nvPr>
            <p:ph type="dt" sz="half" idx="10"/>
          </p:nvPr>
        </p:nvSpPr>
        <p:spPr>
          <a:xfrm>
            <a:off x="720000" y="6356351"/>
            <a:ext cx="2743200" cy="365125"/>
          </a:xfrm>
        </p:spPr>
        <p:txBody>
          <a:bodyPr/>
          <a:lstStyle/>
          <a:p>
            <a:pPr rtl="0"/>
            <a:fld id="{89B7BC24-C90D-4DAD-A6CB-BBA58C4D57BB}" type="datetime1">
              <a:rPr lang="es-ES" noProof="0" smtClean="0"/>
              <a:t>13/05/2026</a:t>
            </a:fld>
            <a:endParaRPr lang="es-ES" noProof="0" dirty="0"/>
          </a:p>
        </p:txBody>
      </p:sp>
      <p:sp>
        <p:nvSpPr>
          <p:cNvPr id="5" name="Footer Placeholder 4"/>
          <p:cNvSpPr>
            <a:spLocks noGrp="1"/>
          </p:cNvSpPr>
          <p:nvPr>
            <p:ph type="ftr" sz="quarter" idx="11"/>
          </p:nvPr>
        </p:nvSpPr>
        <p:spPr/>
        <p:txBody>
          <a:bodyPr/>
          <a:lstStyle/>
          <a:p>
            <a:pPr rtl="0"/>
            <a:r>
              <a:rPr lang="es-CO" noProof="0" dirty="0"/>
              <a:t>Escuela Colombiana de Ingeniería Julio Garavito</a:t>
            </a:r>
            <a:endParaRPr lang="es-ES" noProof="0" dirty="0"/>
          </a:p>
        </p:txBody>
      </p:sp>
      <p:sp>
        <p:nvSpPr>
          <p:cNvPr id="6" name="Slide Number Placeholder 5"/>
          <p:cNvSpPr>
            <a:spLocks noGrp="1"/>
          </p:cNvSpPr>
          <p:nvPr>
            <p:ph type="sldNum" sz="quarter" idx="12"/>
          </p:nvPr>
        </p:nvSpPr>
        <p:spPr/>
        <p:txBody>
          <a:bodyPr/>
          <a:lstStyle/>
          <a:p>
            <a:pPr rtl="0"/>
            <a:fld id="{71B7BAC7-FE87-40F6-AA24-4F4685D1B022}" type="slidenum">
              <a:rPr lang="es-ES" noProof="0" smtClean="0"/>
              <a:pPr rtl="0"/>
              <a:t>‹#›</a:t>
            </a:fld>
            <a:endParaRPr lang="es-ES" noProof="0" dirty="0"/>
          </a:p>
        </p:txBody>
      </p:sp>
    </p:spTree>
    <p:extLst>
      <p:ext uri="{BB962C8B-B14F-4D97-AF65-F5344CB8AC3E}">
        <p14:creationId xmlns:p14="http://schemas.microsoft.com/office/powerpoint/2010/main" val="5099722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Encabezado de sección con exposito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1709740"/>
            <a:ext cx="6840000" cy="2852737"/>
          </a:xfrm>
        </p:spPr>
        <p:txBody>
          <a:bodyPr anchor="b">
            <a:normAutofit/>
          </a:bodyPr>
          <a:lstStyle>
            <a:lvl1pPr>
              <a:defRPr sz="2600">
                <a:solidFill>
                  <a:schemeClr val="tx1"/>
                </a:solidFill>
              </a:defRPr>
            </a:lvl1pPr>
          </a:lstStyle>
          <a:p>
            <a:r>
              <a:rPr lang="es-ES" dirty="0"/>
              <a:t>Ingrese aquí el subtítulo</a:t>
            </a:r>
            <a:endParaRPr lang="en-US" dirty="0"/>
          </a:p>
        </p:txBody>
      </p:sp>
      <p:sp>
        <p:nvSpPr>
          <p:cNvPr id="3" name="Text Placeholder 2"/>
          <p:cNvSpPr>
            <a:spLocks noGrp="1"/>
          </p:cNvSpPr>
          <p:nvPr>
            <p:ph type="body" idx="1" hasCustomPrompt="1"/>
          </p:nvPr>
        </p:nvSpPr>
        <p:spPr>
          <a:xfrm>
            <a:off x="720000" y="4643020"/>
            <a:ext cx="6840000" cy="1446631"/>
          </a:xfrm>
        </p:spPr>
        <p:txBody>
          <a:bodyPr>
            <a:normAutofit/>
          </a:bodyPr>
          <a:lstStyle>
            <a:lvl1pPr marL="0" indent="0">
              <a:buNone/>
              <a:defRPr sz="2000">
                <a:solidFill>
                  <a:schemeClr val="tx1">
                    <a:lumMod val="75000"/>
                    <a:lumOff val="2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s-ES" dirty="0"/>
              <a:t>Ingrese aquí una breve descripción del alcance</a:t>
            </a:r>
          </a:p>
        </p:txBody>
      </p:sp>
      <p:sp>
        <p:nvSpPr>
          <p:cNvPr id="4" name="Date Placeholder 3"/>
          <p:cNvSpPr>
            <a:spLocks noGrp="1"/>
          </p:cNvSpPr>
          <p:nvPr>
            <p:ph type="dt" sz="half" idx="10"/>
          </p:nvPr>
        </p:nvSpPr>
        <p:spPr/>
        <p:txBody>
          <a:bodyPr/>
          <a:lstStyle/>
          <a:p>
            <a:pPr rtl="0"/>
            <a:fld id="{217D4995-77A4-48E5-92B1-2DC992A39FBB}" type="datetime1">
              <a:rPr lang="es-ES" noProof="0" smtClean="0"/>
              <a:t>13/05/2026</a:t>
            </a:fld>
            <a:endParaRPr lang="es-ES" noProof="0" dirty="0"/>
          </a:p>
        </p:txBody>
      </p:sp>
      <p:sp>
        <p:nvSpPr>
          <p:cNvPr id="5" name="Footer Placeholder 4"/>
          <p:cNvSpPr>
            <a:spLocks noGrp="1"/>
          </p:cNvSpPr>
          <p:nvPr>
            <p:ph type="ftr" sz="quarter" idx="11"/>
          </p:nvPr>
        </p:nvSpPr>
        <p:spPr/>
        <p:txBody>
          <a:bodyPr/>
          <a:lstStyle/>
          <a:p>
            <a:pPr rtl="0"/>
            <a:r>
              <a:rPr lang="es-CO" noProof="0" dirty="0"/>
              <a:t>Escuela Colombiana de Ingeniería Julio Garavito</a:t>
            </a:r>
            <a:endParaRPr lang="es-ES" noProof="0" dirty="0"/>
          </a:p>
        </p:txBody>
      </p:sp>
      <p:sp>
        <p:nvSpPr>
          <p:cNvPr id="6" name="Slide Number Placeholder 5"/>
          <p:cNvSpPr>
            <a:spLocks noGrp="1"/>
          </p:cNvSpPr>
          <p:nvPr>
            <p:ph type="sldNum" sz="quarter" idx="12"/>
          </p:nvPr>
        </p:nvSpPr>
        <p:spPr/>
        <p:txBody>
          <a:bodyPr/>
          <a:lstStyle/>
          <a:p>
            <a:pPr rtl="0"/>
            <a:fld id="{71B7BAC7-FE87-40F6-AA24-4F4685D1B022}" type="slidenum">
              <a:rPr lang="es-ES" noProof="0" smtClean="0"/>
              <a:t>‹#›</a:t>
            </a:fld>
            <a:endParaRPr lang="es-ES" noProof="0" dirty="0"/>
          </a:p>
        </p:txBody>
      </p:sp>
    </p:spTree>
    <p:extLst>
      <p:ext uri="{BB962C8B-B14F-4D97-AF65-F5344CB8AC3E}">
        <p14:creationId xmlns:p14="http://schemas.microsoft.com/office/powerpoint/2010/main" val="3339372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Encabezado de sección sin exposito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1709740"/>
            <a:ext cx="10753200" cy="2852737"/>
          </a:xfrm>
        </p:spPr>
        <p:txBody>
          <a:bodyPr anchor="b">
            <a:normAutofit/>
          </a:bodyPr>
          <a:lstStyle>
            <a:lvl1pPr>
              <a:defRPr sz="2600">
                <a:solidFill>
                  <a:schemeClr val="tx1"/>
                </a:solidFill>
              </a:defRPr>
            </a:lvl1pPr>
          </a:lstStyle>
          <a:p>
            <a:r>
              <a:rPr lang="es-ES" dirty="0"/>
              <a:t>Ingrese aquí el subtítulo</a:t>
            </a:r>
            <a:endParaRPr lang="en-US" dirty="0"/>
          </a:p>
        </p:txBody>
      </p:sp>
      <p:sp>
        <p:nvSpPr>
          <p:cNvPr id="3" name="Text Placeholder 2"/>
          <p:cNvSpPr>
            <a:spLocks noGrp="1"/>
          </p:cNvSpPr>
          <p:nvPr>
            <p:ph type="body" idx="1" hasCustomPrompt="1"/>
          </p:nvPr>
        </p:nvSpPr>
        <p:spPr>
          <a:xfrm>
            <a:off x="720000" y="4651898"/>
            <a:ext cx="10753200" cy="1437753"/>
          </a:xfrm>
        </p:spPr>
        <p:txBody>
          <a:bodyPr>
            <a:normAutofit/>
          </a:bodyPr>
          <a:lstStyle>
            <a:lvl1pPr marL="0" indent="0">
              <a:buNone/>
              <a:defRPr sz="2000">
                <a:solidFill>
                  <a:schemeClr val="tx1">
                    <a:lumMod val="75000"/>
                    <a:lumOff val="2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s-ES" dirty="0"/>
              <a:t>Ingrese aquí una breve descripción del alcance</a:t>
            </a:r>
          </a:p>
        </p:txBody>
      </p:sp>
      <p:sp>
        <p:nvSpPr>
          <p:cNvPr id="4" name="Date Placeholder 3"/>
          <p:cNvSpPr>
            <a:spLocks noGrp="1"/>
          </p:cNvSpPr>
          <p:nvPr>
            <p:ph type="dt" sz="half" idx="10"/>
          </p:nvPr>
        </p:nvSpPr>
        <p:spPr/>
        <p:txBody>
          <a:bodyPr/>
          <a:lstStyle/>
          <a:p>
            <a:pPr rtl="0"/>
            <a:fld id="{AE8112B3-1F24-452F-80DE-56BF301098EC}" type="datetime1">
              <a:rPr lang="es-ES" noProof="0" smtClean="0"/>
              <a:t>13/05/2026</a:t>
            </a:fld>
            <a:endParaRPr lang="es-ES" noProof="0" dirty="0"/>
          </a:p>
        </p:txBody>
      </p:sp>
      <p:sp>
        <p:nvSpPr>
          <p:cNvPr id="5" name="Footer Placeholder 4"/>
          <p:cNvSpPr>
            <a:spLocks noGrp="1"/>
          </p:cNvSpPr>
          <p:nvPr>
            <p:ph type="ftr" sz="quarter" idx="11"/>
          </p:nvPr>
        </p:nvSpPr>
        <p:spPr/>
        <p:txBody>
          <a:bodyPr/>
          <a:lstStyle/>
          <a:p>
            <a:pPr rtl="0"/>
            <a:r>
              <a:rPr lang="es-CO" noProof="0" dirty="0"/>
              <a:t>Escuela Colombiana de Ingeniería Julio Garavito</a:t>
            </a:r>
            <a:endParaRPr lang="es-ES" noProof="0" dirty="0"/>
          </a:p>
        </p:txBody>
      </p:sp>
      <p:sp>
        <p:nvSpPr>
          <p:cNvPr id="6" name="Slide Number Placeholder 5"/>
          <p:cNvSpPr>
            <a:spLocks noGrp="1"/>
          </p:cNvSpPr>
          <p:nvPr>
            <p:ph type="sldNum" sz="quarter" idx="12"/>
          </p:nvPr>
        </p:nvSpPr>
        <p:spPr/>
        <p:txBody>
          <a:bodyPr/>
          <a:lstStyle/>
          <a:p>
            <a:pPr rtl="0"/>
            <a:fld id="{71B7BAC7-FE87-40F6-AA24-4F4685D1B022}" type="slidenum">
              <a:rPr lang="es-ES" noProof="0" smtClean="0"/>
              <a:t>‹#›</a:t>
            </a:fld>
            <a:endParaRPr lang="es-ES" noProof="0" dirty="0"/>
          </a:p>
        </p:txBody>
      </p:sp>
    </p:spTree>
    <p:extLst>
      <p:ext uri="{BB962C8B-B14F-4D97-AF65-F5344CB8AC3E}">
        <p14:creationId xmlns:p14="http://schemas.microsoft.com/office/powerpoint/2010/main" val="1733040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Dos objetos con exposito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720000"/>
            <a:ext cx="6840000" cy="810000"/>
          </a:xfrm>
        </p:spPr>
        <p:txBody>
          <a:bodyPr anchor="b" anchorCtr="0"/>
          <a:lstStyle>
            <a:lvl1pPr>
              <a:defRPr>
                <a:solidFill>
                  <a:schemeClr val="tx1"/>
                </a:solidFill>
              </a:defRPr>
            </a:lvl1pPr>
          </a:lstStyle>
          <a:p>
            <a:r>
              <a:rPr lang="es-ES" dirty="0"/>
              <a:t>Ingrese aquí el subtítulo</a:t>
            </a:r>
            <a:endParaRPr lang="en-US" dirty="0"/>
          </a:p>
        </p:txBody>
      </p:sp>
      <p:sp>
        <p:nvSpPr>
          <p:cNvPr id="3" name="Content Placeholder 2"/>
          <p:cNvSpPr>
            <a:spLocks noGrp="1"/>
          </p:cNvSpPr>
          <p:nvPr>
            <p:ph sz="half" idx="1"/>
          </p:nvPr>
        </p:nvSpPr>
        <p:spPr>
          <a:xfrm>
            <a:off x="720000" y="1710000"/>
            <a:ext cx="3330000" cy="4410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4" name="Content Placeholder 3"/>
          <p:cNvSpPr>
            <a:spLocks noGrp="1"/>
          </p:cNvSpPr>
          <p:nvPr>
            <p:ph sz="half" idx="2"/>
          </p:nvPr>
        </p:nvSpPr>
        <p:spPr>
          <a:xfrm>
            <a:off x="4230000" y="1710000"/>
            <a:ext cx="3330000" cy="4410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5" name="Date Placeholder 4"/>
          <p:cNvSpPr>
            <a:spLocks noGrp="1"/>
          </p:cNvSpPr>
          <p:nvPr>
            <p:ph type="dt" sz="half" idx="10"/>
          </p:nvPr>
        </p:nvSpPr>
        <p:spPr/>
        <p:txBody>
          <a:bodyPr/>
          <a:lstStyle/>
          <a:p>
            <a:pPr rtl="0"/>
            <a:fld id="{39B46DA2-8C2E-44C4-A865-CD3D33CFD45F}" type="datetime1">
              <a:rPr lang="es-ES" noProof="0" smtClean="0"/>
              <a:t>13/05/2026</a:t>
            </a:fld>
            <a:endParaRPr lang="es-ES" noProof="0" dirty="0"/>
          </a:p>
        </p:txBody>
      </p:sp>
      <p:sp>
        <p:nvSpPr>
          <p:cNvPr id="6" name="Footer Placeholder 5"/>
          <p:cNvSpPr>
            <a:spLocks noGrp="1"/>
          </p:cNvSpPr>
          <p:nvPr>
            <p:ph type="ftr" sz="quarter" idx="11"/>
          </p:nvPr>
        </p:nvSpPr>
        <p:spPr/>
        <p:txBody>
          <a:bodyPr/>
          <a:lstStyle/>
          <a:p>
            <a:pPr rtl="0"/>
            <a:r>
              <a:rPr lang="es-CO" noProof="0" dirty="0"/>
              <a:t>Escuela Colombiana de Ingeniería Julio Garavito</a:t>
            </a:r>
            <a:endParaRPr lang="es-ES" noProof="0" dirty="0"/>
          </a:p>
        </p:txBody>
      </p:sp>
      <p:sp>
        <p:nvSpPr>
          <p:cNvPr id="7" name="Slide Number Placeholder 6"/>
          <p:cNvSpPr>
            <a:spLocks noGrp="1"/>
          </p:cNvSpPr>
          <p:nvPr>
            <p:ph type="sldNum" sz="quarter" idx="12"/>
          </p:nvPr>
        </p:nvSpPr>
        <p:spPr/>
        <p:txBody>
          <a:bodyPr/>
          <a:lstStyle/>
          <a:p>
            <a:pPr rtl="0"/>
            <a:fld id="{71B7BAC7-FE87-40F6-AA24-4F4685D1B022}" type="slidenum">
              <a:rPr lang="es-ES" noProof="0" smtClean="0"/>
              <a:pPr rtl="0"/>
              <a:t>‹#›</a:t>
            </a:fld>
            <a:endParaRPr lang="es-ES" noProof="0" dirty="0"/>
          </a:p>
        </p:txBody>
      </p:sp>
    </p:spTree>
    <p:extLst>
      <p:ext uri="{BB962C8B-B14F-4D97-AF65-F5344CB8AC3E}">
        <p14:creationId xmlns:p14="http://schemas.microsoft.com/office/powerpoint/2010/main" val="31261679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Dos objetos sin exposito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720000"/>
            <a:ext cx="10753200" cy="810000"/>
          </a:xfrm>
        </p:spPr>
        <p:txBody>
          <a:bodyPr anchor="b" anchorCtr="0"/>
          <a:lstStyle>
            <a:lvl1pPr>
              <a:defRPr>
                <a:solidFill>
                  <a:schemeClr val="tx1"/>
                </a:solidFill>
              </a:defRPr>
            </a:lvl1pPr>
          </a:lstStyle>
          <a:p>
            <a:r>
              <a:rPr lang="es-ES" dirty="0"/>
              <a:t>Ingrese aquí el subtítulo</a:t>
            </a:r>
            <a:endParaRPr lang="en-US" dirty="0"/>
          </a:p>
        </p:txBody>
      </p:sp>
      <p:sp>
        <p:nvSpPr>
          <p:cNvPr id="3" name="Content Placeholder 2"/>
          <p:cNvSpPr>
            <a:spLocks noGrp="1"/>
          </p:cNvSpPr>
          <p:nvPr>
            <p:ph sz="half" idx="1"/>
          </p:nvPr>
        </p:nvSpPr>
        <p:spPr>
          <a:xfrm>
            <a:off x="720000" y="1710000"/>
            <a:ext cx="5220000" cy="4410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4" name="Content Placeholder 3"/>
          <p:cNvSpPr>
            <a:spLocks noGrp="1"/>
          </p:cNvSpPr>
          <p:nvPr>
            <p:ph sz="half" idx="2"/>
          </p:nvPr>
        </p:nvSpPr>
        <p:spPr>
          <a:xfrm>
            <a:off x="6252002" y="1710000"/>
            <a:ext cx="5220000" cy="4410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5" name="Date Placeholder 4"/>
          <p:cNvSpPr>
            <a:spLocks noGrp="1"/>
          </p:cNvSpPr>
          <p:nvPr>
            <p:ph type="dt" sz="half" idx="10"/>
          </p:nvPr>
        </p:nvSpPr>
        <p:spPr/>
        <p:txBody>
          <a:bodyPr/>
          <a:lstStyle/>
          <a:p>
            <a:pPr rtl="0"/>
            <a:fld id="{D1525062-C568-4AE5-A98F-45E6D6D3E9AC}" type="datetime1">
              <a:rPr lang="es-ES" noProof="0" smtClean="0"/>
              <a:t>13/05/2026</a:t>
            </a:fld>
            <a:endParaRPr lang="es-ES" noProof="0" dirty="0"/>
          </a:p>
        </p:txBody>
      </p:sp>
      <p:sp>
        <p:nvSpPr>
          <p:cNvPr id="6" name="Footer Placeholder 5"/>
          <p:cNvSpPr>
            <a:spLocks noGrp="1"/>
          </p:cNvSpPr>
          <p:nvPr>
            <p:ph type="ftr" sz="quarter" idx="11"/>
          </p:nvPr>
        </p:nvSpPr>
        <p:spPr/>
        <p:txBody>
          <a:bodyPr/>
          <a:lstStyle/>
          <a:p>
            <a:pPr rtl="0"/>
            <a:r>
              <a:rPr lang="es-CO" noProof="0" dirty="0"/>
              <a:t>Escuela Colombiana de Ingeniería Julio Garavito</a:t>
            </a:r>
            <a:endParaRPr lang="es-ES" noProof="0" dirty="0"/>
          </a:p>
        </p:txBody>
      </p:sp>
      <p:sp>
        <p:nvSpPr>
          <p:cNvPr id="7" name="Slide Number Placeholder 6"/>
          <p:cNvSpPr>
            <a:spLocks noGrp="1"/>
          </p:cNvSpPr>
          <p:nvPr>
            <p:ph type="sldNum" sz="quarter" idx="12"/>
          </p:nvPr>
        </p:nvSpPr>
        <p:spPr/>
        <p:txBody>
          <a:bodyPr/>
          <a:lstStyle/>
          <a:p>
            <a:pPr rtl="0"/>
            <a:fld id="{71B7BAC7-FE87-40F6-AA24-4F4685D1B022}" type="slidenum">
              <a:rPr lang="es-ES" noProof="0" smtClean="0"/>
              <a:pPr rtl="0"/>
              <a:t>‹#›</a:t>
            </a:fld>
            <a:endParaRPr lang="es-ES" noProof="0" dirty="0"/>
          </a:p>
        </p:txBody>
      </p:sp>
    </p:spTree>
    <p:extLst>
      <p:ext uri="{BB962C8B-B14F-4D97-AF65-F5344CB8AC3E}">
        <p14:creationId xmlns:p14="http://schemas.microsoft.com/office/powerpoint/2010/main" val="9606891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ación con exposito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720000"/>
            <a:ext cx="6840000" cy="810000"/>
          </a:xfrm>
        </p:spPr>
        <p:txBody>
          <a:bodyPr anchor="b" anchorCtr="0"/>
          <a:lstStyle>
            <a:lvl1pPr>
              <a:defRPr>
                <a:solidFill>
                  <a:schemeClr val="tx1"/>
                </a:solidFill>
              </a:defRPr>
            </a:lvl1pPr>
          </a:lstStyle>
          <a:p>
            <a:r>
              <a:rPr lang="es-ES" dirty="0"/>
              <a:t>Ingrese aquí el subtítulo</a:t>
            </a:r>
            <a:endParaRPr lang="en-US" dirty="0"/>
          </a:p>
        </p:txBody>
      </p:sp>
      <p:sp>
        <p:nvSpPr>
          <p:cNvPr id="3" name="Text Placeholder 2"/>
          <p:cNvSpPr>
            <a:spLocks noGrp="1"/>
          </p:cNvSpPr>
          <p:nvPr>
            <p:ph type="body" idx="1" hasCustomPrompt="1"/>
          </p:nvPr>
        </p:nvSpPr>
        <p:spPr>
          <a:xfrm>
            <a:off x="719999" y="1681163"/>
            <a:ext cx="3330000" cy="823912"/>
          </a:xfrm>
        </p:spPr>
        <p:txBody>
          <a:bodyPr anchor="b">
            <a:noAutofit/>
          </a:bodyPr>
          <a:lstStyle>
            <a:lvl1pPr marL="0" indent="0">
              <a:buNone/>
              <a:defRPr sz="2400" b="0">
                <a:solidFill>
                  <a:schemeClr val="tx1"/>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s-ES" dirty="0"/>
              <a:t>Subtítulo primer elemento</a:t>
            </a:r>
          </a:p>
        </p:txBody>
      </p:sp>
      <p:sp>
        <p:nvSpPr>
          <p:cNvPr id="4" name="Content Placeholder 3"/>
          <p:cNvSpPr>
            <a:spLocks noGrp="1"/>
          </p:cNvSpPr>
          <p:nvPr>
            <p:ph sz="half" idx="2"/>
          </p:nvPr>
        </p:nvSpPr>
        <p:spPr>
          <a:xfrm>
            <a:off x="719999" y="2656238"/>
            <a:ext cx="3330000" cy="3481762"/>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5" name="Text Placeholder 4"/>
          <p:cNvSpPr>
            <a:spLocks noGrp="1"/>
          </p:cNvSpPr>
          <p:nvPr>
            <p:ph type="body" sz="quarter" idx="3" hasCustomPrompt="1"/>
          </p:nvPr>
        </p:nvSpPr>
        <p:spPr>
          <a:xfrm>
            <a:off x="4230000" y="1696688"/>
            <a:ext cx="3330000" cy="823912"/>
          </a:xfrm>
        </p:spPr>
        <p:txBody>
          <a:bodyPr anchor="b"/>
          <a:lstStyle>
            <a:lvl1pPr marL="0" indent="0">
              <a:buNone/>
              <a:defRPr sz="2400" b="0">
                <a:solidFill>
                  <a:schemeClr val="tx1"/>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s-ES" dirty="0"/>
              <a:t>Subtítulo segundo elemento</a:t>
            </a:r>
          </a:p>
        </p:txBody>
      </p:sp>
      <p:sp>
        <p:nvSpPr>
          <p:cNvPr id="6" name="Content Placeholder 5"/>
          <p:cNvSpPr>
            <a:spLocks noGrp="1"/>
          </p:cNvSpPr>
          <p:nvPr>
            <p:ph sz="quarter" idx="4"/>
          </p:nvPr>
        </p:nvSpPr>
        <p:spPr>
          <a:xfrm>
            <a:off x="4230000" y="2687287"/>
            <a:ext cx="3330000" cy="3466237"/>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7" name="Date Placeholder 6"/>
          <p:cNvSpPr>
            <a:spLocks noGrp="1"/>
          </p:cNvSpPr>
          <p:nvPr>
            <p:ph type="dt" sz="half" idx="10"/>
          </p:nvPr>
        </p:nvSpPr>
        <p:spPr/>
        <p:txBody>
          <a:bodyPr/>
          <a:lstStyle/>
          <a:p>
            <a:pPr rtl="0"/>
            <a:fld id="{8EBA81B0-EA87-4E7B-A74D-942650D6BCED}" type="datetime1">
              <a:rPr lang="es-ES" noProof="0" smtClean="0"/>
              <a:t>13/05/2026</a:t>
            </a:fld>
            <a:endParaRPr lang="es-ES" noProof="0" dirty="0"/>
          </a:p>
        </p:txBody>
      </p:sp>
      <p:sp>
        <p:nvSpPr>
          <p:cNvPr id="8" name="Footer Placeholder 7"/>
          <p:cNvSpPr>
            <a:spLocks noGrp="1"/>
          </p:cNvSpPr>
          <p:nvPr>
            <p:ph type="ftr" sz="quarter" idx="11"/>
          </p:nvPr>
        </p:nvSpPr>
        <p:spPr/>
        <p:txBody>
          <a:bodyPr/>
          <a:lstStyle/>
          <a:p>
            <a:pPr rtl="0"/>
            <a:r>
              <a:rPr lang="es-CO" noProof="0" dirty="0"/>
              <a:t>Escuela Colombiana de Ingeniería Julio Garavito</a:t>
            </a:r>
            <a:endParaRPr lang="es-ES" noProof="0" dirty="0"/>
          </a:p>
        </p:txBody>
      </p:sp>
      <p:sp>
        <p:nvSpPr>
          <p:cNvPr id="9" name="Slide Number Placeholder 8"/>
          <p:cNvSpPr>
            <a:spLocks noGrp="1"/>
          </p:cNvSpPr>
          <p:nvPr>
            <p:ph type="sldNum" sz="quarter" idx="12"/>
          </p:nvPr>
        </p:nvSpPr>
        <p:spPr/>
        <p:txBody>
          <a:bodyPr/>
          <a:lstStyle/>
          <a:p>
            <a:pPr rtl="0"/>
            <a:fld id="{71B7BAC7-FE87-40F6-AA24-4F4685D1B022}" type="slidenum">
              <a:rPr lang="es-ES" noProof="0" smtClean="0"/>
              <a:pPr rtl="0"/>
              <a:t>‹#›</a:t>
            </a:fld>
            <a:endParaRPr lang="es-ES" noProof="0" dirty="0"/>
          </a:p>
        </p:txBody>
      </p:sp>
    </p:spTree>
    <p:extLst>
      <p:ext uri="{BB962C8B-B14F-4D97-AF65-F5344CB8AC3E}">
        <p14:creationId xmlns:p14="http://schemas.microsoft.com/office/powerpoint/2010/main" val="34608163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ación sin exposito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720000"/>
            <a:ext cx="10753200" cy="810000"/>
          </a:xfrm>
        </p:spPr>
        <p:txBody>
          <a:bodyPr anchor="b" anchorCtr="0"/>
          <a:lstStyle>
            <a:lvl1pPr>
              <a:defRPr>
                <a:solidFill>
                  <a:schemeClr val="tx1"/>
                </a:solidFill>
              </a:defRPr>
            </a:lvl1pPr>
          </a:lstStyle>
          <a:p>
            <a:r>
              <a:rPr lang="es-ES" dirty="0"/>
              <a:t>Ingrese aquí el subtítulo</a:t>
            </a:r>
            <a:endParaRPr lang="en-US" dirty="0"/>
          </a:p>
        </p:txBody>
      </p:sp>
      <p:sp>
        <p:nvSpPr>
          <p:cNvPr id="3" name="Text Placeholder 2"/>
          <p:cNvSpPr>
            <a:spLocks noGrp="1"/>
          </p:cNvSpPr>
          <p:nvPr>
            <p:ph type="body" idx="1" hasCustomPrompt="1"/>
          </p:nvPr>
        </p:nvSpPr>
        <p:spPr>
          <a:xfrm>
            <a:off x="719999" y="1681163"/>
            <a:ext cx="5220000" cy="823912"/>
          </a:xfrm>
        </p:spPr>
        <p:txBody>
          <a:bodyPr anchor="b">
            <a:noAutofit/>
          </a:bodyPr>
          <a:lstStyle>
            <a:lvl1pPr marL="0" indent="0">
              <a:buNone/>
              <a:defRPr sz="2400" b="0">
                <a:solidFill>
                  <a:schemeClr val="tx1"/>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s-ES" dirty="0"/>
              <a:t>Subtítulo primer elemento</a:t>
            </a:r>
          </a:p>
        </p:txBody>
      </p:sp>
      <p:sp>
        <p:nvSpPr>
          <p:cNvPr id="4" name="Content Placeholder 3"/>
          <p:cNvSpPr>
            <a:spLocks noGrp="1"/>
          </p:cNvSpPr>
          <p:nvPr>
            <p:ph sz="half" idx="2"/>
          </p:nvPr>
        </p:nvSpPr>
        <p:spPr>
          <a:xfrm>
            <a:off x="719999" y="2656237"/>
            <a:ext cx="5220000" cy="3481763"/>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5" name="Text Placeholder 4"/>
          <p:cNvSpPr>
            <a:spLocks noGrp="1"/>
          </p:cNvSpPr>
          <p:nvPr>
            <p:ph type="body" sz="quarter" idx="3" hasCustomPrompt="1"/>
          </p:nvPr>
        </p:nvSpPr>
        <p:spPr>
          <a:xfrm>
            <a:off x="6252000" y="1681163"/>
            <a:ext cx="5220000" cy="823912"/>
          </a:xfrm>
        </p:spPr>
        <p:txBody>
          <a:bodyPr anchor="b"/>
          <a:lstStyle>
            <a:lvl1pPr marL="0" indent="0">
              <a:buNone/>
              <a:defRPr sz="2400" b="0">
                <a:solidFill>
                  <a:schemeClr val="tx1"/>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s-ES" dirty="0"/>
              <a:t>Subtítulo segundo elemento</a:t>
            </a:r>
          </a:p>
        </p:txBody>
      </p:sp>
      <p:sp>
        <p:nvSpPr>
          <p:cNvPr id="6" name="Content Placeholder 5"/>
          <p:cNvSpPr>
            <a:spLocks noGrp="1"/>
          </p:cNvSpPr>
          <p:nvPr>
            <p:ph sz="quarter" idx="4"/>
          </p:nvPr>
        </p:nvSpPr>
        <p:spPr>
          <a:xfrm>
            <a:off x="6252000" y="2656238"/>
            <a:ext cx="5220000" cy="3481763"/>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7" name="Date Placeholder 6"/>
          <p:cNvSpPr>
            <a:spLocks noGrp="1"/>
          </p:cNvSpPr>
          <p:nvPr>
            <p:ph type="dt" sz="half" idx="10"/>
          </p:nvPr>
        </p:nvSpPr>
        <p:spPr/>
        <p:txBody>
          <a:bodyPr/>
          <a:lstStyle/>
          <a:p>
            <a:pPr rtl="0"/>
            <a:fld id="{F6653BDA-CE15-46D4-A5A4-C9E9758DEFB2}" type="datetime1">
              <a:rPr lang="es-ES" noProof="0" smtClean="0"/>
              <a:t>13/05/2026</a:t>
            </a:fld>
            <a:endParaRPr lang="es-ES" noProof="0" dirty="0"/>
          </a:p>
        </p:txBody>
      </p:sp>
      <p:sp>
        <p:nvSpPr>
          <p:cNvPr id="8" name="Footer Placeholder 7"/>
          <p:cNvSpPr>
            <a:spLocks noGrp="1"/>
          </p:cNvSpPr>
          <p:nvPr>
            <p:ph type="ftr" sz="quarter" idx="11"/>
          </p:nvPr>
        </p:nvSpPr>
        <p:spPr/>
        <p:txBody>
          <a:bodyPr/>
          <a:lstStyle/>
          <a:p>
            <a:pPr rtl="0"/>
            <a:r>
              <a:rPr lang="es-CO" noProof="0" dirty="0"/>
              <a:t>Escuela Colombiana de Ingeniería Julio Garavito</a:t>
            </a:r>
            <a:endParaRPr lang="es-ES" noProof="0" dirty="0"/>
          </a:p>
        </p:txBody>
      </p:sp>
      <p:sp>
        <p:nvSpPr>
          <p:cNvPr id="9" name="Slide Number Placeholder 8"/>
          <p:cNvSpPr>
            <a:spLocks noGrp="1"/>
          </p:cNvSpPr>
          <p:nvPr>
            <p:ph type="sldNum" sz="quarter" idx="12"/>
          </p:nvPr>
        </p:nvSpPr>
        <p:spPr/>
        <p:txBody>
          <a:bodyPr/>
          <a:lstStyle/>
          <a:p>
            <a:pPr rtl="0"/>
            <a:fld id="{71B7BAC7-FE87-40F6-AA24-4F4685D1B022}" type="slidenum">
              <a:rPr lang="es-ES" noProof="0" smtClean="0"/>
              <a:pPr rtl="0"/>
              <a:t>‹#›</a:t>
            </a:fld>
            <a:endParaRPr lang="es-ES" noProof="0" dirty="0"/>
          </a:p>
        </p:txBody>
      </p:sp>
    </p:spTree>
    <p:extLst>
      <p:ext uri="{BB962C8B-B14F-4D97-AF65-F5344CB8AC3E}">
        <p14:creationId xmlns:p14="http://schemas.microsoft.com/office/powerpoint/2010/main" val="42839666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Solo el título con expositor">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s-ES" dirty="0"/>
              <a:t>Ingrese aquí el subtítulo</a:t>
            </a:r>
            <a:endParaRPr lang="en-US" dirty="0"/>
          </a:p>
        </p:txBody>
      </p:sp>
      <p:sp>
        <p:nvSpPr>
          <p:cNvPr id="3" name="Date Placeholder 2"/>
          <p:cNvSpPr>
            <a:spLocks noGrp="1"/>
          </p:cNvSpPr>
          <p:nvPr>
            <p:ph type="dt" sz="half" idx="10"/>
          </p:nvPr>
        </p:nvSpPr>
        <p:spPr/>
        <p:txBody>
          <a:bodyPr/>
          <a:lstStyle/>
          <a:p>
            <a:pPr rtl="0"/>
            <a:fld id="{2AB3A384-AAB1-4A76-A43B-EFE930A802BF}" type="datetime1">
              <a:rPr lang="es-ES" noProof="0" smtClean="0"/>
              <a:t>13/05/2026</a:t>
            </a:fld>
            <a:endParaRPr lang="es-ES" noProof="0" dirty="0"/>
          </a:p>
        </p:txBody>
      </p:sp>
      <p:sp>
        <p:nvSpPr>
          <p:cNvPr id="4" name="Footer Placeholder 3"/>
          <p:cNvSpPr>
            <a:spLocks noGrp="1"/>
          </p:cNvSpPr>
          <p:nvPr>
            <p:ph type="ftr" sz="quarter" idx="11"/>
          </p:nvPr>
        </p:nvSpPr>
        <p:spPr/>
        <p:txBody>
          <a:bodyPr/>
          <a:lstStyle/>
          <a:p>
            <a:pPr rtl="0"/>
            <a:r>
              <a:rPr lang="es-CO" noProof="0" dirty="0"/>
              <a:t>Escuela Colombiana de Ingeniería Julio Garavito</a:t>
            </a:r>
            <a:endParaRPr lang="es-ES" noProof="0" dirty="0"/>
          </a:p>
        </p:txBody>
      </p:sp>
      <p:sp>
        <p:nvSpPr>
          <p:cNvPr id="5" name="Slide Number Placeholder 4"/>
          <p:cNvSpPr>
            <a:spLocks noGrp="1"/>
          </p:cNvSpPr>
          <p:nvPr>
            <p:ph type="sldNum" sz="quarter" idx="12"/>
          </p:nvPr>
        </p:nvSpPr>
        <p:spPr/>
        <p:txBody>
          <a:bodyPr/>
          <a:lstStyle/>
          <a:p>
            <a:pPr rtl="0"/>
            <a:fld id="{71B7BAC7-FE87-40F6-AA24-4F4685D1B022}" type="slidenum">
              <a:rPr lang="es-ES" noProof="0" smtClean="0"/>
              <a:t>‹#›</a:t>
            </a:fld>
            <a:endParaRPr lang="es-ES" noProof="0" dirty="0"/>
          </a:p>
        </p:txBody>
      </p:sp>
    </p:spTree>
    <p:extLst>
      <p:ext uri="{BB962C8B-B14F-4D97-AF65-F5344CB8AC3E}">
        <p14:creationId xmlns:p14="http://schemas.microsoft.com/office/powerpoint/2010/main" val="1536668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Solo el título sin exposito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720000"/>
            <a:ext cx="10753200" cy="2160000"/>
          </a:xfrm>
        </p:spPr>
        <p:txBody>
          <a:bodyPr/>
          <a:lstStyle/>
          <a:p>
            <a:r>
              <a:rPr lang="es-ES" dirty="0"/>
              <a:t>Ingrese aquí el subtítulo</a:t>
            </a:r>
            <a:endParaRPr lang="en-US" dirty="0"/>
          </a:p>
        </p:txBody>
      </p:sp>
      <p:sp>
        <p:nvSpPr>
          <p:cNvPr id="3" name="Date Placeholder 2"/>
          <p:cNvSpPr>
            <a:spLocks noGrp="1"/>
          </p:cNvSpPr>
          <p:nvPr>
            <p:ph type="dt" sz="half" idx="10"/>
          </p:nvPr>
        </p:nvSpPr>
        <p:spPr/>
        <p:txBody>
          <a:bodyPr/>
          <a:lstStyle/>
          <a:p>
            <a:pPr rtl="0"/>
            <a:fld id="{95F109E8-29A7-4A4D-BBAF-954B5246DC6B}" type="datetime1">
              <a:rPr lang="es-ES" noProof="0" smtClean="0"/>
              <a:t>13/05/2026</a:t>
            </a:fld>
            <a:endParaRPr lang="es-ES" noProof="0" dirty="0"/>
          </a:p>
        </p:txBody>
      </p:sp>
      <p:sp>
        <p:nvSpPr>
          <p:cNvPr id="4" name="Footer Placeholder 3"/>
          <p:cNvSpPr>
            <a:spLocks noGrp="1"/>
          </p:cNvSpPr>
          <p:nvPr>
            <p:ph type="ftr" sz="quarter" idx="11"/>
          </p:nvPr>
        </p:nvSpPr>
        <p:spPr/>
        <p:txBody>
          <a:bodyPr/>
          <a:lstStyle/>
          <a:p>
            <a:pPr rtl="0"/>
            <a:r>
              <a:rPr lang="es-CO" noProof="0" dirty="0"/>
              <a:t>Escuela Colombiana de Ingeniería Julio Garavito</a:t>
            </a:r>
            <a:endParaRPr lang="es-ES" noProof="0" dirty="0"/>
          </a:p>
        </p:txBody>
      </p:sp>
      <p:sp>
        <p:nvSpPr>
          <p:cNvPr id="5" name="Slide Number Placeholder 4"/>
          <p:cNvSpPr>
            <a:spLocks noGrp="1"/>
          </p:cNvSpPr>
          <p:nvPr>
            <p:ph type="sldNum" sz="quarter" idx="12"/>
          </p:nvPr>
        </p:nvSpPr>
        <p:spPr/>
        <p:txBody>
          <a:bodyPr/>
          <a:lstStyle/>
          <a:p>
            <a:pPr rtl="0"/>
            <a:fld id="{71B7BAC7-FE87-40F6-AA24-4F4685D1B022}" type="slidenum">
              <a:rPr lang="es-ES" noProof="0" smtClean="0"/>
              <a:t>‹#›</a:t>
            </a:fld>
            <a:endParaRPr lang="es-ES" noProof="0" dirty="0"/>
          </a:p>
        </p:txBody>
      </p:sp>
    </p:spTree>
    <p:extLst>
      <p:ext uri="{BB962C8B-B14F-4D97-AF65-F5344CB8AC3E}">
        <p14:creationId xmlns:p14="http://schemas.microsoft.com/office/powerpoint/2010/main" val="3318467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rtl="0"/>
            <a:fld id="{3EDF4B7F-437B-43B6-8193-868254AADFEB}" type="datetime1">
              <a:rPr lang="es-ES" noProof="0" smtClean="0"/>
              <a:t>13/05/2026</a:t>
            </a:fld>
            <a:endParaRPr lang="es-ES" noProof="0" dirty="0"/>
          </a:p>
        </p:txBody>
      </p:sp>
      <p:sp>
        <p:nvSpPr>
          <p:cNvPr id="3" name="Footer Placeholder 2"/>
          <p:cNvSpPr>
            <a:spLocks noGrp="1"/>
          </p:cNvSpPr>
          <p:nvPr>
            <p:ph type="ftr" sz="quarter" idx="11"/>
          </p:nvPr>
        </p:nvSpPr>
        <p:spPr/>
        <p:txBody>
          <a:bodyPr/>
          <a:lstStyle/>
          <a:p>
            <a:pPr rtl="0"/>
            <a:r>
              <a:rPr lang="es-CO" noProof="0" dirty="0"/>
              <a:t>Escuela Colombiana de Ingeniería Julio Garavito</a:t>
            </a:r>
            <a:endParaRPr lang="es-ES" noProof="0" dirty="0"/>
          </a:p>
        </p:txBody>
      </p:sp>
      <p:sp>
        <p:nvSpPr>
          <p:cNvPr id="4" name="Slide Number Placeholder 3"/>
          <p:cNvSpPr>
            <a:spLocks noGrp="1"/>
          </p:cNvSpPr>
          <p:nvPr>
            <p:ph type="sldNum" sz="quarter" idx="12"/>
          </p:nvPr>
        </p:nvSpPr>
        <p:spPr/>
        <p:txBody>
          <a:bodyPr/>
          <a:lstStyle/>
          <a:p>
            <a:pPr rtl="0"/>
            <a:fld id="{71B7BAC7-FE87-40F6-AA24-4F4685D1B022}" type="slidenum">
              <a:rPr lang="es-ES" noProof="0" smtClean="0"/>
              <a:t>‹#›</a:t>
            </a:fld>
            <a:endParaRPr lang="es-ES" noProof="0" dirty="0"/>
          </a:p>
        </p:txBody>
      </p:sp>
    </p:spTree>
    <p:extLst>
      <p:ext uri="{BB962C8B-B14F-4D97-AF65-F5344CB8AC3E}">
        <p14:creationId xmlns:p14="http://schemas.microsoft.com/office/powerpoint/2010/main" val="1491661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ido con título sin exposito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19999" y="720000"/>
            <a:ext cx="4140000" cy="810000"/>
          </a:xfrm>
        </p:spPr>
        <p:txBody>
          <a:bodyPr anchor="t" anchorCtr="0">
            <a:normAutofit/>
          </a:bodyPr>
          <a:lstStyle>
            <a:lvl1pPr>
              <a:defRPr sz="2600"/>
            </a:lvl1pPr>
          </a:lstStyle>
          <a:p>
            <a:r>
              <a:rPr lang="es-ES" dirty="0"/>
              <a:t>Ingrese aquí el subtítulo</a:t>
            </a:r>
            <a:endParaRPr lang="en-US" dirty="0"/>
          </a:p>
        </p:txBody>
      </p:sp>
      <p:sp>
        <p:nvSpPr>
          <p:cNvPr id="3" name="Content Placeholder 2"/>
          <p:cNvSpPr>
            <a:spLocks noGrp="1"/>
          </p:cNvSpPr>
          <p:nvPr>
            <p:ph idx="1"/>
          </p:nvPr>
        </p:nvSpPr>
        <p:spPr>
          <a:xfrm>
            <a:off x="5183188" y="720001"/>
            <a:ext cx="6288812" cy="5409468"/>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4" name="Text Placeholder 3"/>
          <p:cNvSpPr>
            <a:spLocks noGrp="1"/>
          </p:cNvSpPr>
          <p:nvPr>
            <p:ph type="body" sz="half" idx="2" hasCustomPrompt="1"/>
          </p:nvPr>
        </p:nvSpPr>
        <p:spPr>
          <a:xfrm>
            <a:off x="720000" y="1719468"/>
            <a:ext cx="4139999" cy="4410000"/>
          </a:xfrm>
        </p:spPr>
        <p:txBody>
          <a:bodyPr>
            <a:normAutofit/>
          </a:bodyPr>
          <a:lstStyle>
            <a:lvl1pPr marL="0" indent="0">
              <a:buNone/>
              <a:defRPr sz="20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s-ES" dirty="0"/>
              <a:t>Ingrese aquí el texto descriptivo de la imagen</a:t>
            </a:r>
          </a:p>
        </p:txBody>
      </p:sp>
      <p:sp>
        <p:nvSpPr>
          <p:cNvPr id="5" name="Date Placeholder 4"/>
          <p:cNvSpPr>
            <a:spLocks noGrp="1"/>
          </p:cNvSpPr>
          <p:nvPr>
            <p:ph type="dt" sz="half" idx="10"/>
          </p:nvPr>
        </p:nvSpPr>
        <p:spPr/>
        <p:txBody>
          <a:bodyPr/>
          <a:lstStyle/>
          <a:p>
            <a:pPr rtl="0"/>
            <a:fld id="{5FD9D2A0-9803-4B3F-A6B6-606959F35242}" type="datetime1">
              <a:rPr lang="es-ES" noProof="0" smtClean="0"/>
              <a:t>13/05/2026</a:t>
            </a:fld>
            <a:endParaRPr lang="es-ES" noProof="0" dirty="0"/>
          </a:p>
        </p:txBody>
      </p:sp>
      <p:sp>
        <p:nvSpPr>
          <p:cNvPr id="6" name="Footer Placeholder 5"/>
          <p:cNvSpPr>
            <a:spLocks noGrp="1"/>
          </p:cNvSpPr>
          <p:nvPr>
            <p:ph type="ftr" sz="quarter" idx="11"/>
          </p:nvPr>
        </p:nvSpPr>
        <p:spPr/>
        <p:txBody>
          <a:bodyPr/>
          <a:lstStyle/>
          <a:p>
            <a:pPr rtl="0"/>
            <a:r>
              <a:rPr lang="es-CO" noProof="0" dirty="0"/>
              <a:t>Escuela Colombiana de Ingeniería Julio Garavito</a:t>
            </a:r>
            <a:endParaRPr lang="es-ES" noProof="0" dirty="0"/>
          </a:p>
        </p:txBody>
      </p:sp>
      <p:sp>
        <p:nvSpPr>
          <p:cNvPr id="7" name="Slide Number Placeholder 6"/>
          <p:cNvSpPr>
            <a:spLocks noGrp="1"/>
          </p:cNvSpPr>
          <p:nvPr>
            <p:ph type="sldNum" sz="quarter" idx="12"/>
          </p:nvPr>
        </p:nvSpPr>
        <p:spPr/>
        <p:txBody>
          <a:bodyPr/>
          <a:lstStyle/>
          <a:p>
            <a:pPr rtl="0"/>
            <a:fld id="{71B7BAC7-FE87-40F6-AA24-4F4685D1B022}" type="slidenum">
              <a:rPr lang="es-ES" noProof="0" smtClean="0"/>
              <a:pPr rtl="0"/>
              <a:t>‹#›</a:t>
            </a:fld>
            <a:endParaRPr lang="es-ES" noProof="0" dirty="0"/>
          </a:p>
        </p:txBody>
      </p:sp>
    </p:spTree>
    <p:extLst>
      <p:ext uri="{BB962C8B-B14F-4D97-AF65-F5344CB8AC3E}">
        <p14:creationId xmlns:p14="http://schemas.microsoft.com/office/powerpoint/2010/main" val="2178198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Imagen con título con exposito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720000"/>
            <a:ext cx="6840000" cy="810000"/>
          </a:xfrm>
        </p:spPr>
        <p:txBody>
          <a:bodyPr anchor="t" anchorCtr="0">
            <a:noAutofit/>
          </a:bodyPr>
          <a:lstStyle>
            <a:lvl1pPr>
              <a:defRPr sz="2600"/>
            </a:lvl1pPr>
          </a:lstStyle>
          <a:p>
            <a:r>
              <a:rPr lang="es-ES" dirty="0"/>
              <a:t>Ingrese aquí el subtítulo</a:t>
            </a:r>
            <a:endParaRPr lang="en-US" dirty="0"/>
          </a:p>
        </p:txBody>
      </p:sp>
      <p:sp>
        <p:nvSpPr>
          <p:cNvPr id="3" name="Picture Placeholder 2"/>
          <p:cNvSpPr>
            <a:spLocks noGrp="1" noChangeAspect="1"/>
          </p:cNvSpPr>
          <p:nvPr>
            <p:ph type="pic" idx="1"/>
          </p:nvPr>
        </p:nvSpPr>
        <p:spPr>
          <a:xfrm>
            <a:off x="719999" y="2340002"/>
            <a:ext cx="6840000" cy="3797998"/>
          </a:xfrm>
        </p:spPr>
        <p:txBody>
          <a:bodyPr anchor="t">
            <a:normAutofit/>
          </a:bodyPr>
          <a:lstStyle>
            <a:lvl1pPr marL="0" indent="0">
              <a:buNone/>
              <a:defRPr sz="24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s-ES" dirty="0"/>
              <a:t>Haga clic en el icono para agregar una imagen</a:t>
            </a:r>
            <a:endParaRPr lang="en-US" dirty="0"/>
          </a:p>
        </p:txBody>
      </p:sp>
      <p:sp>
        <p:nvSpPr>
          <p:cNvPr id="4" name="Text Placeholder 3"/>
          <p:cNvSpPr>
            <a:spLocks noGrp="1"/>
          </p:cNvSpPr>
          <p:nvPr>
            <p:ph type="body" sz="half" idx="2" hasCustomPrompt="1"/>
          </p:nvPr>
        </p:nvSpPr>
        <p:spPr>
          <a:xfrm>
            <a:off x="720000" y="1530001"/>
            <a:ext cx="6840000" cy="810000"/>
          </a:xfrm>
        </p:spPr>
        <p:txBody>
          <a:bodyPr>
            <a:normAutofit/>
          </a:bodyPr>
          <a:lstStyle>
            <a:lvl1pPr marL="0" indent="0">
              <a:buNone/>
              <a:defRPr sz="20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s-ES" dirty="0"/>
              <a:t>Ingrese aquí el texto descriptivo de la imagen</a:t>
            </a:r>
          </a:p>
        </p:txBody>
      </p:sp>
      <p:sp>
        <p:nvSpPr>
          <p:cNvPr id="5" name="Date Placeholder 4"/>
          <p:cNvSpPr>
            <a:spLocks noGrp="1"/>
          </p:cNvSpPr>
          <p:nvPr>
            <p:ph type="dt" sz="half" idx="10"/>
          </p:nvPr>
        </p:nvSpPr>
        <p:spPr/>
        <p:txBody>
          <a:bodyPr/>
          <a:lstStyle/>
          <a:p>
            <a:pPr rtl="0"/>
            <a:fld id="{B48CB6FA-6884-4007-A174-A67BE7A1CA93}" type="datetime1">
              <a:rPr lang="es-ES" noProof="0" smtClean="0"/>
              <a:t>13/05/2026</a:t>
            </a:fld>
            <a:endParaRPr lang="es-ES" noProof="0" dirty="0"/>
          </a:p>
        </p:txBody>
      </p:sp>
      <p:sp>
        <p:nvSpPr>
          <p:cNvPr id="6" name="Footer Placeholder 5"/>
          <p:cNvSpPr>
            <a:spLocks noGrp="1"/>
          </p:cNvSpPr>
          <p:nvPr>
            <p:ph type="ftr" sz="quarter" idx="11"/>
          </p:nvPr>
        </p:nvSpPr>
        <p:spPr/>
        <p:txBody>
          <a:bodyPr/>
          <a:lstStyle/>
          <a:p>
            <a:pPr rtl="0"/>
            <a:r>
              <a:rPr lang="es-CO" noProof="0" dirty="0"/>
              <a:t>Escuela Colombiana de Ingeniería Julio Garavito</a:t>
            </a:r>
            <a:endParaRPr lang="es-ES" noProof="0" dirty="0"/>
          </a:p>
        </p:txBody>
      </p:sp>
      <p:sp>
        <p:nvSpPr>
          <p:cNvPr id="7" name="Slide Number Placeholder 6"/>
          <p:cNvSpPr>
            <a:spLocks noGrp="1"/>
          </p:cNvSpPr>
          <p:nvPr>
            <p:ph type="sldNum" sz="quarter" idx="12"/>
          </p:nvPr>
        </p:nvSpPr>
        <p:spPr/>
        <p:txBody>
          <a:bodyPr/>
          <a:lstStyle/>
          <a:p>
            <a:pPr rtl="0"/>
            <a:fld id="{71B7BAC7-FE87-40F6-AA24-4F4685D1B022}" type="slidenum">
              <a:rPr lang="es-ES" noProof="0" smtClean="0"/>
              <a:pPr rtl="0"/>
              <a:t>‹#›</a:t>
            </a:fld>
            <a:endParaRPr lang="es-ES" noProof="0" dirty="0"/>
          </a:p>
        </p:txBody>
      </p:sp>
    </p:spTree>
    <p:extLst>
      <p:ext uri="{BB962C8B-B14F-4D97-AF65-F5344CB8AC3E}">
        <p14:creationId xmlns:p14="http://schemas.microsoft.com/office/powerpoint/2010/main" val="8622993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Imagen con título sin exposito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720000"/>
            <a:ext cx="4140000" cy="810000"/>
          </a:xfrm>
        </p:spPr>
        <p:txBody>
          <a:bodyPr anchor="t" anchorCtr="0">
            <a:noAutofit/>
          </a:bodyPr>
          <a:lstStyle>
            <a:lvl1pPr>
              <a:defRPr sz="26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5183188" y="720000"/>
            <a:ext cx="6288812" cy="5417999"/>
          </a:xfrm>
        </p:spPr>
        <p:txBody>
          <a:bodyPr anchor="t">
            <a:normAutofit/>
          </a:bodyPr>
          <a:lstStyle>
            <a:lvl1pPr marL="0" indent="0">
              <a:buNone/>
              <a:defRPr sz="24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s-ES" dirty="0"/>
              <a:t>Haga clic en el icono para agregar una imagen</a:t>
            </a:r>
            <a:endParaRPr lang="en-US" dirty="0"/>
          </a:p>
        </p:txBody>
      </p:sp>
      <p:sp>
        <p:nvSpPr>
          <p:cNvPr id="4" name="Text Placeholder 3"/>
          <p:cNvSpPr>
            <a:spLocks noGrp="1"/>
          </p:cNvSpPr>
          <p:nvPr>
            <p:ph type="body" sz="half" idx="2"/>
          </p:nvPr>
        </p:nvSpPr>
        <p:spPr>
          <a:xfrm>
            <a:off x="720000" y="1729408"/>
            <a:ext cx="4140000" cy="4408591"/>
          </a:xfrm>
        </p:spPr>
        <p:txBody>
          <a:bodyPr>
            <a:normAutofit/>
          </a:bodyPr>
          <a:lstStyle>
            <a:lvl1pPr marL="0" indent="0">
              <a:buNone/>
              <a:defRPr sz="20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s-ES" dirty="0"/>
              <a:t>Haga clic para modificar los estilos de texto del patrón</a:t>
            </a:r>
          </a:p>
        </p:txBody>
      </p:sp>
      <p:sp>
        <p:nvSpPr>
          <p:cNvPr id="5" name="Date Placeholder 4"/>
          <p:cNvSpPr>
            <a:spLocks noGrp="1"/>
          </p:cNvSpPr>
          <p:nvPr>
            <p:ph type="dt" sz="half" idx="10"/>
          </p:nvPr>
        </p:nvSpPr>
        <p:spPr/>
        <p:txBody>
          <a:bodyPr/>
          <a:lstStyle/>
          <a:p>
            <a:pPr rtl="0"/>
            <a:fld id="{DCA87387-1199-4F13-92EC-EA845724990E}" type="datetime1">
              <a:rPr lang="es-ES" noProof="0" smtClean="0"/>
              <a:t>13/05/2026</a:t>
            </a:fld>
            <a:endParaRPr lang="es-ES" noProof="0" dirty="0"/>
          </a:p>
        </p:txBody>
      </p:sp>
      <p:sp>
        <p:nvSpPr>
          <p:cNvPr id="6" name="Footer Placeholder 5"/>
          <p:cNvSpPr>
            <a:spLocks noGrp="1"/>
          </p:cNvSpPr>
          <p:nvPr>
            <p:ph type="ftr" sz="quarter" idx="11"/>
          </p:nvPr>
        </p:nvSpPr>
        <p:spPr/>
        <p:txBody>
          <a:bodyPr/>
          <a:lstStyle/>
          <a:p>
            <a:pPr rtl="0"/>
            <a:r>
              <a:rPr lang="es-CO" noProof="0" dirty="0"/>
              <a:t>Escuela Colombiana de Ingeniería Julio Garavito</a:t>
            </a:r>
            <a:endParaRPr lang="es-ES" noProof="0" dirty="0"/>
          </a:p>
        </p:txBody>
      </p:sp>
      <p:sp>
        <p:nvSpPr>
          <p:cNvPr id="7" name="Slide Number Placeholder 6"/>
          <p:cNvSpPr>
            <a:spLocks noGrp="1"/>
          </p:cNvSpPr>
          <p:nvPr>
            <p:ph type="sldNum" sz="quarter" idx="12"/>
          </p:nvPr>
        </p:nvSpPr>
        <p:spPr/>
        <p:txBody>
          <a:bodyPr/>
          <a:lstStyle/>
          <a:p>
            <a:pPr rtl="0"/>
            <a:fld id="{71B7BAC7-FE87-40F6-AA24-4F4685D1B022}" type="slidenum">
              <a:rPr lang="es-ES" noProof="0" smtClean="0"/>
              <a:pPr rtl="0"/>
              <a:t>‹#›</a:t>
            </a:fld>
            <a:endParaRPr lang="es-ES" noProof="0" dirty="0"/>
          </a:p>
        </p:txBody>
      </p:sp>
    </p:spTree>
    <p:extLst>
      <p:ext uri="{BB962C8B-B14F-4D97-AF65-F5344CB8AC3E}">
        <p14:creationId xmlns:p14="http://schemas.microsoft.com/office/powerpoint/2010/main" val="39221854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pPr rtl="0"/>
            <a:fld id="{0277B9E3-6C0A-45A5-BAE5-CD19B242173D}" type="datetime1">
              <a:rPr lang="es-ES" noProof="0" smtClean="0"/>
              <a:t>13/05/2026</a:t>
            </a:fld>
            <a:endParaRPr lang="es-ES" noProof="0" dirty="0"/>
          </a:p>
        </p:txBody>
      </p:sp>
      <p:sp>
        <p:nvSpPr>
          <p:cNvPr id="5" name="Footer Placeholder 4"/>
          <p:cNvSpPr>
            <a:spLocks noGrp="1"/>
          </p:cNvSpPr>
          <p:nvPr>
            <p:ph type="ftr" sz="quarter" idx="11"/>
          </p:nvPr>
        </p:nvSpPr>
        <p:spPr/>
        <p:txBody>
          <a:bodyPr/>
          <a:lstStyle/>
          <a:p>
            <a:pPr rtl="0"/>
            <a:r>
              <a:rPr lang="es-CO" noProof="0" dirty="0"/>
              <a:t>Escuela Colombiana de Ingeniería Julio Garavito</a:t>
            </a:r>
            <a:endParaRPr lang="es-ES" noProof="0" dirty="0"/>
          </a:p>
        </p:txBody>
      </p:sp>
      <p:sp>
        <p:nvSpPr>
          <p:cNvPr id="6" name="Slide Number Placeholder 5"/>
          <p:cNvSpPr>
            <a:spLocks noGrp="1"/>
          </p:cNvSpPr>
          <p:nvPr>
            <p:ph type="sldNum" sz="quarter" idx="12"/>
          </p:nvPr>
        </p:nvSpPr>
        <p:spPr/>
        <p:txBody>
          <a:bodyPr/>
          <a:lstStyle/>
          <a:p>
            <a:pPr rtl="0"/>
            <a:fld id="{71B7BAC7-FE87-40F6-AA24-4F4685D1B022}" type="slidenum">
              <a:rPr lang="es-ES" noProof="0" smtClean="0"/>
              <a:pPr rtl="0"/>
              <a:t>‹#›</a:t>
            </a:fld>
            <a:endParaRPr lang="es-ES" noProof="0" dirty="0"/>
          </a:p>
        </p:txBody>
      </p:sp>
    </p:spTree>
    <p:extLst>
      <p:ext uri="{BB962C8B-B14F-4D97-AF65-F5344CB8AC3E}">
        <p14:creationId xmlns:p14="http://schemas.microsoft.com/office/powerpoint/2010/main" val="18757247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pPr rtl="0"/>
            <a:fld id="{AB41DD2C-FA4F-413E-A1B5-23565A0780B7}" type="datetime1">
              <a:rPr lang="es-ES" noProof="0" smtClean="0"/>
              <a:t>13/05/2026</a:t>
            </a:fld>
            <a:endParaRPr lang="es-ES" noProof="0" dirty="0"/>
          </a:p>
        </p:txBody>
      </p:sp>
      <p:sp>
        <p:nvSpPr>
          <p:cNvPr id="5" name="Footer Placeholder 4"/>
          <p:cNvSpPr>
            <a:spLocks noGrp="1"/>
          </p:cNvSpPr>
          <p:nvPr>
            <p:ph type="ftr" sz="quarter" idx="11"/>
          </p:nvPr>
        </p:nvSpPr>
        <p:spPr/>
        <p:txBody>
          <a:bodyPr/>
          <a:lstStyle/>
          <a:p>
            <a:pPr rtl="0"/>
            <a:r>
              <a:rPr lang="es-CO" noProof="0" dirty="0"/>
              <a:t>Escuela Colombiana de Ingeniería Julio Garavito</a:t>
            </a:r>
            <a:endParaRPr lang="es-ES" noProof="0" dirty="0"/>
          </a:p>
        </p:txBody>
      </p:sp>
      <p:sp>
        <p:nvSpPr>
          <p:cNvPr id="6" name="Slide Number Placeholder 5"/>
          <p:cNvSpPr>
            <a:spLocks noGrp="1"/>
          </p:cNvSpPr>
          <p:nvPr>
            <p:ph type="sldNum" sz="quarter" idx="12"/>
          </p:nvPr>
        </p:nvSpPr>
        <p:spPr/>
        <p:txBody>
          <a:bodyPr/>
          <a:lstStyle/>
          <a:p>
            <a:pPr rtl="0"/>
            <a:fld id="{71B7BAC7-FE87-40F6-AA24-4F4685D1B022}" type="slidenum">
              <a:rPr lang="es-ES" noProof="0" smtClean="0"/>
              <a:pPr rtl="0"/>
              <a:t>‹#›</a:t>
            </a:fld>
            <a:endParaRPr lang="es-ES" noProof="0" dirty="0"/>
          </a:p>
        </p:txBody>
      </p:sp>
    </p:spTree>
    <p:extLst>
      <p:ext uri="{BB962C8B-B14F-4D97-AF65-F5344CB8AC3E}">
        <p14:creationId xmlns:p14="http://schemas.microsoft.com/office/powerpoint/2010/main" val="18589317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20000" y="720000"/>
            <a:ext cx="6840000" cy="2160000"/>
          </a:xfrm>
          <a:prstGeom prst="rect">
            <a:avLst/>
          </a:prstGeom>
        </p:spPr>
        <p:txBody>
          <a:bodyPr vert="horz" lIns="91440" tIns="45720" rIns="91440" bIns="45720" rtlCol="0" anchor="t" anchorCtr="0">
            <a:normAutofit/>
          </a:bodyPr>
          <a:lstStyle/>
          <a:p>
            <a:r>
              <a:rPr lang="es-ES" dirty="0"/>
              <a:t>Haga clic para modificar el estilo de título del patrón</a:t>
            </a:r>
            <a:endParaRPr lang="en-US" dirty="0"/>
          </a:p>
        </p:txBody>
      </p:sp>
      <p:sp>
        <p:nvSpPr>
          <p:cNvPr id="3" name="Text Placeholder 2"/>
          <p:cNvSpPr>
            <a:spLocks noGrp="1"/>
          </p:cNvSpPr>
          <p:nvPr>
            <p:ph type="body" idx="1"/>
          </p:nvPr>
        </p:nvSpPr>
        <p:spPr>
          <a:xfrm>
            <a:off x="720000" y="2880000"/>
            <a:ext cx="6840000" cy="2160000"/>
          </a:xfrm>
          <a:prstGeom prst="rect">
            <a:avLst/>
          </a:prstGeom>
        </p:spPr>
        <p:txBody>
          <a:bodyPr vert="horz" lIns="91440" tIns="45720" rIns="91440" bIns="45720" rtlCol="0">
            <a:normAutofit/>
          </a:body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4" name="Date Placeholder 3"/>
          <p:cNvSpPr>
            <a:spLocks noGrp="1"/>
          </p:cNvSpPr>
          <p:nvPr>
            <p:ph type="dt" sz="half" idx="2"/>
          </p:nvPr>
        </p:nvSpPr>
        <p:spPr>
          <a:xfrm>
            <a:off x="7200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rtl="0"/>
            <a:fld id="{72696FBB-EB5C-4293-9014-59E70AE1A5E6}" type="datetime1">
              <a:rPr lang="es-ES" noProof="0" smtClean="0"/>
              <a:t>13/05/2026</a:t>
            </a:fld>
            <a:endParaRPr lang="es-ES" noProof="0" dirty="0"/>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rtl="0"/>
            <a:r>
              <a:rPr lang="es-CO" noProof="0" dirty="0"/>
              <a:t>Escuela Colombiana de Ingeniería Julio Garavito</a:t>
            </a:r>
            <a:endParaRPr lang="es-ES" noProof="0" dirty="0"/>
          </a:p>
        </p:txBody>
      </p:sp>
      <p:sp>
        <p:nvSpPr>
          <p:cNvPr id="6" name="Slide Number Placeholder 5"/>
          <p:cNvSpPr>
            <a:spLocks noGrp="1"/>
          </p:cNvSpPr>
          <p:nvPr>
            <p:ph type="sldNum" sz="quarter" idx="4"/>
          </p:nvPr>
        </p:nvSpPr>
        <p:spPr>
          <a:xfrm>
            <a:off x="87288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rtl="0"/>
            <a:fld id="{71B7BAC7-FE87-40F6-AA24-4F4685D1B022}" type="slidenum">
              <a:rPr lang="es-ES" noProof="0" smtClean="0"/>
              <a:pPr rtl="0"/>
              <a:t>‹#›</a:t>
            </a:fld>
            <a:endParaRPr lang="es-ES" noProof="0" dirty="0"/>
          </a:p>
        </p:txBody>
      </p:sp>
    </p:spTree>
    <p:extLst>
      <p:ext uri="{BB962C8B-B14F-4D97-AF65-F5344CB8AC3E}">
        <p14:creationId xmlns:p14="http://schemas.microsoft.com/office/powerpoint/2010/main" val="2162769115"/>
      </p:ext>
    </p:extLst>
  </p:cSld>
  <p:clrMap bg1="lt1" tx1="dk1" bg2="lt2" tx2="dk2" accent1="accent1" accent2="accent2" accent3="accent3" accent4="accent4" accent5="accent5" accent6="accent6" hlink="hlink" folHlink="folHlink"/>
  <p:sldLayoutIdLst>
    <p:sldLayoutId id="2147483779" r:id="rId1"/>
    <p:sldLayoutId id="2147483780" r:id="rId2"/>
    <p:sldLayoutId id="2147483790" r:id="rId3"/>
    <p:sldLayoutId id="2147483781" r:id="rId4"/>
    <p:sldLayoutId id="2147483791" r:id="rId5"/>
    <p:sldLayoutId id="2147483782" r:id="rId6"/>
    <p:sldLayoutId id="2147483792" r:id="rId7"/>
    <p:sldLayoutId id="2147483783" r:id="rId8"/>
    <p:sldLayoutId id="2147483793" r:id="rId9"/>
    <p:sldLayoutId id="2147483784" r:id="rId10"/>
    <p:sldLayoutId id="2147483794" r:id="rId11"/>
    <p:sldLayoutId id="2147483785" r:id="rId12"/>
    <p:sldLayoutId id="2147483786" r:id="rId13"/>
    <p:sldLayoutId id="2147483787" r:id="rId14"/>
    <p:sldLayoutId id="2147483795" r:id="rId15"/>
    <p:sldLayoutId id="2147483788" r:id="rId16"/>
    <p:sldLayoutId id="2147483789" r:id="rId1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377" rtl="0" eaLnBrk="1" latinLnBrk="0" hangingPunct="1">
        <a:lnSpc>
          <a:spcPct val="90000"/>
        </a:lnSpc>
        <a:spcBef>
          <a:spcPct val="0"/>
        </a:spcBef>
        <a:buNone/>
        <a:defRPr sz="26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hyperlink" Target="http://www.datos.gov.co/"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5.png"/><Relationship Id="rId5" Type="http://schemas.microsoft.com/office/2007/relationships/hdphoto" Target="../media/hdphoto1.wdp"/><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12.sv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7.png"/><Relationship Id="rId7"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hyperlink" Target="https://github.com/rcfdtools/R.HydroTools/blob/main/tool/PMP/dataset/pmax24h_out/21206930.md" TargetMode="External"/><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hyperlink" Target="https://github.com/rcfdtools/R.HydroTools/blob/main/tool/PMP/dataset/pmax24h_out/21206930.md" TargetMode="Externa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29.png"/><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30.png"/><Relationship Id="rId7"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hyperlink" Target="https://docs.scipy.org/doc/scipy/reference/generated/scipy.stats.johnsonsu.html#scipy.stats.johnsonsu" TargetMode="External"/><Relationship Id="rId5" Type="http://schemas.openxmlformats.org/officeDocument/2006/relationships/image" Target="../media/image29.png"/><Relationship Id="rId4" Type="http://schemas.openxmlformats.org/officeDocument/2006/relationships/image" Target="../media/image31.png"/><Relationship Id="rId9" Type="http://schemas.openxmlformats.org/officeDocument/2006/relationships/image" Target="../media/image5.png"/></Relationships>
</file>

<file path=ppt/slides/_rels/slide17.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33.png"/><Relationship Id="rId7"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35.png"/><Relationship Id="rId4" Type="http://schemas.openxmlformats.org/officeDocument/2006/relationships/image" Target="../media/image34.png"/></Relationships>
</file>

<file path=ppt/slides/_rels/slide1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36.png"/><Relationship Id="rId7"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38.png"/><Relationship Id="rId4" Type="http://schemas.openxmlformats.org/officeDocument/2006/relationships/image" Target="../media/image37.png"/></Relationships>
</file>

<file path=ppt/slides/_rels/slide19.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hyperlink" Target="https://docs.scipy.org/doc/scipy/reference/generated/scipy.stats.dweibull.html" TargetMode="External"/><Relationship Id="rId3" Type="http://schemas.openxmlformats.org/officeDocument/2006/relationships/hyperlink" Target="https://docs.scipy.org/doc/scipy/reference/generated/scipy.stats.norm.html" TargetMode="External"/><Relationship Id="rId7" Type="http://schemas.openxmlformats.org/officeDocument/2006/relationships/hyperlink" Target="https://docs.scipy.org/doc/scipy/reference/generated/scipy.stats.gumbel_r.html" TargetMode="External"/><Relationship Id="rId12" Type="http://schemas.openxmlformats.org/officeDocument/2006/relationships/image" Target="../media/image43.png"/><Relationship Id="rId17" Type="http://schemas.openxmlformats.org/officeDocument/2006/relationships/image" Target="../media/image5.png"/><Relationship Id="rId2" Type="http://schemas.openxmlformats.org/officeDocument/2006/relationships/notesSlide" Target="../notesSlides/notesSlide19.xml"/><Relationship Id="rId16"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hyperlink" Target="https://docs.scipy.org/doc/scipy/reference/generated/scipy.stats.pearson3.html" TargetMode="External"/><Relationship Id="rId5" Type="http://schemas.openxmlformats.org/officeDocument/2006/relationships/hyperlink" Target="https://docs.scipy.org/doc/scipy/reference/generated/scipy.stats.gumbel_l.html" TargetMode="External"/><Relationship Id="rId15" Type="http://schemas.openxmlformats.org/officeDocument/2006/relationships/hyperlink" Target="https://docs.scipy.org/doc/scipy/reference/generated/scipy.stats.kappa4.html" TargetMode="External"/><Relationship Id="rId10" Type="http://schemas.openxmlformats.org/officeDocument/2006/relationships/image" Target="../media/image42.png"/><Relationship Id="rId4" Type="http://schemas.openxmlformats.org/officeDocument/2006/relationships/image" Target="../media/image39.png"/><Relationship Id="rId9" Type="http://schemas.openxmlformats.org/officeDocument/2006/relationships/hyperlink" Target="https://docs.scipy.org/doc/scipy/reference/generated/scipy.stats.gamma.html" TargetMode="External"/><Relationship Id="rId14" Type="http://schemas.openxmlformats.org/officeDocument/2006/relationships/image" Target="../media/image44.png"/></Relationships>
</file>

<file path=ppt/slides/_rels/slide2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48.png"/></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5.xml"/><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1FC38A4-63B4-4348-5F15-0F96169E5F33}"/>
              </a:ext>
            </a:extLst>
          </p:cNvPr>
          <p:cNvPicPr>
            <a:picLocks noChangeAspect="1"/>
          </p:cNvPicPr>
          <p:nvPr/>
        </p:nvPicPr>
        <p:blipFill>
          <a:blip r:embed="rId3"/>
          <a:stretch>
            <a:fillRect/>
          </a:stretch>
        </p:blipFill>
        <p:spPr>
          <a:xfrm>
            <a:off x="7506032" y="362890"/>
            <a:ext cx="4583589" cy="6089201"/>
          </a:xfrm>
          <a:prstGeom prst="rect">
            <a:avLst/>
          </a:prstGeom>
        </p:spPr>
      </p:pic>
      <p:sp>
        <p:nvSpPr>
          <p:cNvPr id="4" name="Rectangle: Single Corner Rounded 3">
            <a:extLst>
              <a:ext uri="{FF2B5EF4-FFF2-40B4-BE49-F238E27FC236}">
                <a16:creationId xmlns:a16="http://schemas.microsoft.com/office/drawing/2014/main" id="{1CEF7EA5-1DB3-1882-1A14-2C63C7B159BC}"/>
              </a:ext>
            </a:extLst>
          </p:cNvPr>
          <p:cNvSpPr/>
          <p:nvPr/>
        </p:nvSpPr>
        <p:spPr>
          <a:xfrm>
            <a:off x="102379" y="2152084"/>
            <a:ext cx="7220508" cy="2208377"/>
          </a:xfrm>
          <a:prstGeom prst="round1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3200" noProof="0" dirty="0">
                <a:solidFill>
                  <a:schemeClr val="tx1"/>
                </a:solidFill>
                <a:latin typeface="Segoe UI" panose="020B0502040204020203" pitchFamily="34" charset="0"/>
                <a:cs typeface="Segoe UI" panose="020B0502040204020203" pitchFamily="34" charset="0"/>
              </a:rPr>
              <a:t>Estudio y Análisis de la </a:t>
            </a:r>
            <a:r>
              <a:rPr lang="es-CO" sz="3200" b="1" noProof="0" dirty="0">
                <a:solidFill>
                  <a:schemeClr val="tx1"/>
                </a:solidFill>
                <a:latin typeface="Segoe UI Semibold" panose="020B0702040204020203" pitchFamily="34" charset="0"/>
                <a:cs typeface="Segoe UI Semibold" panose="020B0702040204020203" pitchFamily="34" charset="0"/>
              </a:rPr>
              <a:t>Precipitación Máxima en 24 Horas</a:t>
            </a:r>
            <a:r>
              <a:rPr lang="es-CO" sz="3200" noProof="0" dirty="0">
                <a:solidFill>
                  <a:schemeClr val="tx1"/>
                </a:solidFill>
                <a:latin typeface="Segoe UI Semibold" panose="020B0702040204020203" pitchFamily="34" charset="0"/>
                <a:cs typeface="Segoe UI Semibold" panose="020B0702040204020203" pitchFamily="34" charset="0"/>
              </a:rPr>
              <a:t> </a:t>
            </a:r>
            <a:r>
              <a:rPr lang="es-CO" sz="3200" noProof="0" dirty="0">
                <a:solidFill>
                  <a:schemeClr val="tx1"/>
                </a:solidFill>
                <a:latin typeface="Segoe UI" panose="020B0502040204020203" pitchFamily="34" charset="0"/>
                <a:cs typeface="Segoe UI" panose="020B0502040204020203" pitchFamily="34" charset="0"/>
              </a:rPr>
              <a:t>(Pmax24h) en la Red de Estaciones Climatológicas Automáticas de Colombia - Suramérica</a:t>
            </a:r>
            <a:endParaRPr lang="es-CO" sz="2400" b="1" i="1" noProof="0" dirty="0">
              <a:solidFill>
                <a:schemeClr val="tx1"/>
              </a:solidFill>
              <a:latin typeface="Segoe UI" panose="020B0502040204020203" pitchFamily="34" charset="0"/>
              <a:cs typeface="Segoe UI" panose="020B0502040204020203" pitchFamily="34" charset="0"/>
            </a:endParaRPr>
          </a:p>
        </p:txBody>
      </p:sp>
      <p:sp>
        <p:nvSpPr>
          <p:cNvPr id="11" name="Rectangle: Single Corner Rounded 10">
            <a:extLst>
              <a:ext uri="{FF2B5EF4-FFF2-40B4-BE49-F238E27FC236}">
                <a16:creationId xmlns:a16="http://schemas.microsoft.com/office/drawing/2014/main" id="{2C80FC11-41EB-E8AE-7DA7-34A107F65167}"/>
              </a:ext>
            </a:extLst>
          </p:cNvPr>
          <p:cNvSpPr/>
          <p:nvPr/>
        </p:nvSpPr>
        <p:spPr>
          <a:xfrm>
            <a:off x="10034312" y="6493987"/>
            <a:ext cx="2157688" cy="364013"/>
          </a:xfrm>
          <a:prstGeom prst="round1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s-CO" sz="1200" noProof="0" dirty="0">
                <a:solidFill>
                  <a:schemeClr val="tx1"/>
                </a:solidFill>
                <a:latin typeface="Segoe UI" panose="020B0502040204020203" pitchFamily="34" charset="0"/>
                <a:cs typeface="Segoe UI" panose="020B0502040204020203" pitchFamily="34" charset="0"/>
              </a:rPr>
              <a:t>Versión: 20260513</a:t>
            </a:r>
          </a:p>
        </p:txBody>
      </p:sp>
      <p:pic>
        <p:nvPicPr>
          <p:cNvPr id="2" name="Graphic 1">
            <a:extLst>
              <a:ext uri="{FF2B5EF4-FFF2-40B4-BE49-F238E27FC236}">
                <a16:creationId xmlns:a16="http://schemas.microsoft.com/office/drawing/2014/main" id="{2152FA03-B84E-2189-E895-0D22CF27F7A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961" y="5865993"/>
            <a:ext cx="1558996" cy="810000"/>
          </a:xfrm>
          <a:prstGeom prst="rect">
            <a:avLst/>
          </a:prstGeom>
        </p:spPr>
      </p:pic>
      <p:pic>
        <p:nvPicPr>
          <p:cNvPr id="17" name="Graphic 16">
            <a:extLst>
              <a:ext uri="{FF2B5EF4-FFF2-40B4-BE49-F238E27FC236}">
                <a16:creationId xmlns:a16="http://schemas.microsoft.com/office/drawing/2014/main" id="{A5FDD1B3-FD15-B1D0-FF17-922D050C38E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323936" y="6000993"/>
            <a:ext cx="1123982" cy="540000"/>
          </a:xfrm>
          <a:prstGeom prst="rect">
            <a:avLst/>
          </a:prstGeom>
        </p:spPr>
      </p:pic>
      <p:pic>
        <p:nvPicPr>
          <p:cNvPr id="10" name="Picture 9">
            <a:extLst>
              <a:ext uri="{FF2B5EF4-FFF2-40B4-BE49-F238E27FC236}">
                <a16:creationId xmlns:a16="http://schemas.microsoft.com/office/drawing/2014/main" id="{13EB8216-0F14-8426-021A-4B55BF40E721}"/>
              </a:ext>
            </a:extLst>
          </p:cNvPr>
          <p:cNvPicPr>
            <a:picLocks noChangeAspect="1"/>
          </p:cNvPicPr>
          <p:nvPr/>
        </p:nvPicPr>
        <p:blipFill>
          <a:blip r:embed="rId6">
            <a:lum bright="70000" contrast="-70000"/>
          </a:blip>
          <a:stretch>
            <a:fillRect/>
          </a:stretch>
        </p:blipFill>
        <p:spPr>
          <a:xfrm>
            <a:off x="11093307" y="4770503"/>
            <a:ext cx="644335" cy="644335"/>
          </a:xfrm>
          <a:prstGeom prst="rect">
            <a:avLst/>
          </a:prstGeom>
        </p:spPr>
      </p:pic>
      <p:pic>
        <p:nvPicPr>
          <p:cNvPr id="14" name="Imagen 4">
            <a:extLst>
              <a:ext uri="{FF2B5EF4-FFF2-40B4-BE49-F238E27FC236}">
                <a16:creationId xmlns:a16="http://schemas.microsoft.com/office/drawing/2014/main" id="{218666F7-51EA-8636-02EA-A400FD3109B5}"/>
              </a:ext>
            </a:extLst>
          </p:cNvPr>
          <p:cNvPicPr>
            <a:picLocks noChangeAspect="1"/>
          </p:cNvPicPr>
          <p:nvPr/>
        </p:nvPicPr>
        <p:blipFill>
          <a:blip r:embed="rId7">
            <a:extLst>
              <a:ext uri="{28A0092B-C50C-407E-A947-70E740481C1C}">
                <a14:useLocalDpi xmlns:a14="http://schemas.microsoft.com/office/drawing/2010/main" val="0"/>
              </a:ext>
            </a:extLst>
          </a:blip>
          <a:srcRect b="84948"/>
          <a:stretch>
            <a:fillRect/>
          </a:stretch>
        </p:blipFill>
        <p:spPr>
          <a:xfrm>
            <a:off x="0" y="-16873"/>
            <a:ext cx="12192000" cy="1032252"/>
          </a:xfrm>
          <a:prstGeom prst="rect">
            <a:avLst/>
          </a:prstGeom>
        </p:spPr>
      </p:pic>
    </p:spTree>
    <p:extLst>
      <p:ext uri="{BB962C8B-B14F-4D97-AF65-F5344CB8AC3E}">
        <p14:creationId xmlns:p14="http://schemas.microsoft.com/office/powerpoint/2010/main" val="35625592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A80B4-FCCA-4249-786F-2FB2E9966C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DA015F-0E9B-2D0A-30C9-16B917301AED}"/>
              </a:ext>
            </a:extLst>
          </p:cNvPr>
          <p:cNvSpPr>
            <a:spLocks noGrp="1"/>
          </p:cNvSpPr>
          <p:nvPr>
            <p:ph type="title"/>
          </p:nvPr>
        </p:nvSpPr>
        <p:spPr>
          <a:xfrm>
            <a:off x="254442" y="964937"/>
            <a:ext cx="11537342" cy="2976742"/>
          </a:xfrm>
        </p:spPr>
        <p:txBody>
          <a:bodyPr anchor="t" anchorCtr="0">
            <a:noAutofit/>
          </a:bodyPr>
          <a:lstStyle/>
          <a:p>
            <a:pPr algn="ctr"/>
            <a:r>
              <a:rPr lang="es-CO" sz="3000" noProof="0" dirty="0">
                <a:solidFill>
                  <a:schemeClr val="bg1">
                    <a:lumMod val="25000"/>
                  </a:schemeClr>
                </a:solidFill>
                <a:effectLst/>
                <a:latin typeface="Segoe UI" panose="020B0502040204020203" pitchFamily="34" charset="0"/>
                <a:ea typeface="Segoe UI Black" panose="020B0A02040204020203" pitchFamily="34" charset="0"/>
                <a:cs typeface="Segoe UI" panose="020B0502040204020203" pitchFamily="34" charset="0"/>
              </a:rPr>
              <a:t>La precipitación máxima en 24 horas (PMax24h), definida </a:t>
            </a:r>
            <a:r>
              <a:rPr lang="es-CO" sz="3000" dirty="0">
                <a:solidFill>
                  <a:schemeClr val="bg1">
                    <a:lumMod val="25000"/>
                  </a:schemeClr>
                </a:solidFill>
                <a:latin typeface="Segoe UI" panose="020B0502040204020203" pitchFamily="34" charset="0"/>
                <a:ea typeface="Segoe UI Black" panose="020B0A02040204020203" pitchFamily="34" charset="0"/>
                <a:cs typeface="Segoe UI" panose="020B0502040204020203" pitchFamily="34" charset="0"/>
              </a:rPr>
              <a:t>como el </a:t>
            </a:r>
            <a:r>
              <a:rPr lang="es-CO" sz="3000" b="1" dirty="0">
                <a:solidFill>
                  <a:schemeClr val="bg1">
                    <a:lumMod val="25000"/>
                  </a:schemeClr>
                </a:solidFill>
                <a:latin typeface="Segoe UI Semibold" panose="020B0702040204020203" pitchFamily="34" charset="0"/>
                <a:ea typeface="Segoe UI Black" panose="020B0A02040204020203" pitchFamily="34" charset="0"/>
                <a:cs typeface="Segoe UI Semibold" panose="020B0702040204020203" pitchFamily="34" charset="0"/>
              </a:rPr>
              <a:t>mayor acumulado de lluvia en 24 horas</a:t>
            </a:r>
            <a:r>
              <a:rPr lang="es-CO" sz="3000" dirty="0">
                <a:solidFill>
                  <a:schemeClr val="bg1">
                    <a:lumMod val="25000"/>
                  </a:schemeClr>
                </a:solidFill>
                <a:latin typeface="Segoe UI Semibold" panose="020B0702040204020203" pitchFamily="34" charset="0"/>
                <a:ea typeface="Segoe UI Black" panose="020B0A02040204020203" pitchFamily="34" charset="0"/>
                <a:cs typeface="Segoe UI Semibold" panose="020B0702040204020203" pitchFamily="34" charset="0"/>
              </a:rPr>
              <a:t> </a:t>
            </a:r>
            <a:r>
              <a:rPr lang="es-CO" sz="3000" noProof="0" dirty="0">
                <a:solidFill>
                  <a:schemeClr val="bg1">
                    <a:lumMod val="25000"/>
                  </a:schemeClr>
                </a:solidFill>
                <a:effectLst/>
                <a:latin typeface="Segoe UI" panose="020B0502040204020203" pitchFamily="34" charset="0"/>
                <a:ea typeface="Segoe UI Black" panose="020B0A02040204020203" pitchFamily="34" charset="0"/>
                <a:cs typeface="Segoe UI" panose="020B0502040204020203" pitchFamily="34" charset="0"/>
              </a:rPr>
              <a:t>registrado en una estación para cada año de observación, es un </a:t>
            </a:r>
            <a:r>
              <a:rPr lang="es-CO" sz="3000" b="1" noProof="0" dirty="0">
                <a:solidFill>
                  <a:schemeClr val="bg1">
                    <a:lumMod val="25000"/>
                  </a:schemeClr>
                </a:solidFill>
                <a:effectLst/>
                <a:latin typeface="Segoe UI Semibold" panose="020B0702040204020203" pitchFamily="34" charset="0"/>
                <a:ea typeface="Segoe UI Black" panose="020B0A02040204020203" pitchFamily="34" charset="0"/>
                <a:cs typeface="Segoe UI Semibold" panose="020B0702040204020203" pitchFamily="34" charset="0"/>
              </a:rPr>
              <a:t>insumo clave para la simulación de eventos extremos y el dimensionamiento de infraestructura hidráulica</a:t>
            </a:r>
            <a:r>
              <a:rPr lang="es-CO" sz="3000" noProof="0" dirty="0">
                <a:solidFill>
                  <a:schemeClr val="bg1">
                    <a:lumMod val="25000"/>
                  </a:schemeClr>
                </a:solidFill>
                <a:effectLst/>
                <a:latin typeface="Segoe UI" panose="020B0502040204020203" pitchFamily="34" charset="0"/>
                <a:ea typeface="Segoe UI Black" panose="020B0A02040204020203" pitchFamily="34" charset="0"/>
                <a:cs typeface="Segoe UI" panose="020B0502040204020203" pitchFamily="34" charset="0"/>
              </a:rPr>
              <a:t> expuesta a lluvias intensas (como puentes, canales, desvíos de ríos, presas y aliviaderos), con el fin de prevenir sobrecostos </a:t>
            </a:r>
            <a:r>
              <a:rPr lang="es-CO" sz="3000" noProof="0" dirty="0">
                <a:solidFill>
                  <a:schemeClr val="bg1">
                    <a:lumMod val="25000"/>
                  </a:schemeClr>
                </a:solidFill>
                <a:latin typeface="Segoe UI" panose="020B0502040204020203" pitchFamily="34" charset="0"/>
                <a:ea typeface="Segoe UI Black" panose="020B0A02040204020203" pitchFamily="34" charset="0"/>
                <a:cs typeface="Segoe UI" panose="020B0502040204020203" pitchFamily="34" charset="0"/>
              </a:rPr>
              <a:t>o </a:t>
            </a:r>
            <a:r>
              <a:rPr lang="es-CO" sz="3000" noProof="0" dirty="0">
                <a:solidFill>
                  <a:schemeClr val="bg1">
                    <a:lumMod val="25000"/>
                  </a:schemeClr>
                </a:solidFill>
                <a:effectLst/>
                <a:latin typeface="Segoe UI" panose="020B0502040204020203" pitchFamily="34" charset="0"/>
                <a:ea typeface="Segoe UI Black" panose="020B0A02040204020203" pitchFamily="34" charset="0"/>
                <a:cs typeface="Segoe UI" panose="020B0502040204020203" pitchFamily="34" charset="0"/>
              </a:rPr>
              <a:t>fallas catastróficas.</a:t>
            </a:r>
            <a:endParaRPr lang="es-CO" sz="3000" noProof="0" dirty="0">
              <a:solidFill>
                <a:schemeClr val="bg1">
                  <a:lumMod val="25000"/>
                </a:schemeClr>
              </a:solidFill>
            </a:endParaRPr>
          </a:p>
        </p:txBody>
      </p:sp>
      <p:pic>
        <p:nvPicPr>
          <p:cNvPr id="5" name="Picture 4">
            <a:extLst>
              <a:ext uri="{FF2B5EF4-FFF2-40B4-BE49-F238E27FC236}">
                <a16:creationId xmlns:a16="http://schemas.microsoft.com/office/drawing/2014/main" id="{6E8237B4-B6CE-94A4-581B-15BAC289F671}"/>
              </a:ext>
            </a:extLst>
          </p:cNvPr>
          <p:cNvPicPr>
            <a:picLocks noChangeAspect="1"/>
          </p:cNvPicPr>
          <p:nvPr/>
        </p:nvPicPr>
        <p:blipFill>
          <a:blip r:embed="rId3"/>
          <a:stretch>
            <a:fillRect/>
          </a:stretch>
        </p:blipFill>
        <p:spPr>
          <a:xfrm>
            <a:off x="1321629" y="4096094"/>
            <a:ext cx="4620000" cy="2520000"/>
          </a:xfrm>
          <a:prstGeom prst="roundRect">
            <a:avLst>
              <a:gd name="adj" fmla="val 5554"/>
            </a:avLst>
          </a:prstGeom>
        </p:spPr>
      </p:pic>
      <p:pic>
        <p:nvPicPr>
          <p:cNvPr id="7" name="Picture 6">
            <a:extLst>
              <a:ext uri="{FF2B5EF4-FFF2-40B4-BE49-F238E27FC236}">
                <a16:creationId xmlns:a16="http://schemas.microsoft.com/office/drawing/2014/main" id="{035D9D59-017D-69AC-5A8D-460502BAC6D0}"/>
              </a:ext>
            </a:extLst>
          </p:cNvPr>
          <p:cNvPicPr>
            <a:picLocks noChangeAspect="1"/>
          </p:cNvPicPr>
          <p:nvPr/>
        </p:nvPicPr>
        <p:blipFill>
          <a:blip r:embed="rId4"/>
          <a:stretch>
            <a:fillRect/>
          </a:stretch>
        </p:blipFill>
        <p:spPr>
          <a:xfrm>
            <a:off x="6250372" y="4096094"/>
            <a:ext cx="4620000" cy="2520000"/>
          </a:xfrm>
          <a:prstGeom prst="roundRect">
            <a:avLst>
              <a:gd name="adj" fmla="val 6023"/>
            </a:avLst>
          </a:prstGeom>
        </p:spPr>
      </p:pic>
      <p:pic>
        <p:nvPicPr>
          <p:cNvPr id="6" name="Imagen 4">
            <a:extLst>
              <a:ext uri="{FF2B5EF4-FFF2-40B4-BE49-F238E27FC236}">
                <a16:creationId xmlns:a16="http://schemas.microsoft.com/office/drawing/2014/main" id="{2A2707A7-BA4F-F737-1A25-8969E5CD891E}"/>
              </a:ext>
            </a:extLst>
          </p:cNvPr>
          <p:cNvPicPr>
            <a:picLocks noChangeAspect="1"/>
          </p:cNvPicPr>
          <p:nvPr/>
        </p:nvPicPr>
        <p:blipFill>
          <a:blip r:embed="rId5">
            <a:extLst>
              <a:ext uri="{28A0092B-C50C-407E-A947-70E740481C1C}">
                <a14:useLocalDpi xmlns:a14="http://schemas.microsoft.com/office/drawing/2010/main" val="0"/>
              </a:ext>
            </a:extLst>
          </a:blip>
          <a:srcRect b="84948"/>
          <a:stretch>
            <a:fillRect/>
          </a:stretch>
        </p:blipFill>
        <p:spPr>
          <a:xfrm>
            <a:off x="0" y="-16873"/>
            <a:ext cx="12192000" cy="1032252"/>
          </a:xfrm>
          <a:prstGeom prst="rect">
            <a:avLst/>
          </a:prstGeom>
        </p:spPr>
      </p:pic>
    </p:spTree>
    <p:extLst>
      <p:ext uri="{BB962C8B-B14F-4D97-AF65-F5344CB8AC3E}">
        <p14:creationId xmlns:p14="http://schemas.microsoft.com/office/powerpoint/2010/main" val="11784646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F1F77-4EC6-8A06-C80C-CDC4C4F6F78A}"/>
              </a:ext>
            </a:extLst>
          </p:cNvPr>
          <p:cNvSpPr>
            <a:spLocks noGrp="1"/>
          </p:cNvSpPr>
          <p:nvPr>
            <p:ph type="title"/>
          </p:nvPr>
        </p:nvSpPr>
        <p:spPr>
          <a:xfrm>
            <a:off x="899463" y="1745622"/>
            <a:ext cx="10393074" cy="3713452"/>
          </a:xfrm>
        </p:spPr>
        <p:txBody>
          <a:bodyPr anchor="t" anchorCtr="0">
            <a:noAutofit/>
          </a:bodyPr>
          <a:lstStyle/>
          <a:p>
            <a:r>
              <a:rPr lang="es-CO" sz="3000" noProof="0" dirty="0">
                <a:solidFill>
                  <a:schemeClr val="bg1">
                    <a:lumMod val="25000"/>
                  </a:schemeClr>
                </a:solidFill>
                <a:effectLst/>
                <a:latin typeface="Segoe UI" panose="020B0502040204020203" pitchFamily="34" charset="0"/>
                <a:ea typeface="Segoe UI Black" panose="020B0A02040204020203" pitchFamily="34" charset="0"/>
                <a:cs typeface="Segoe UI" panose="020B0502040204020203" pitchFamily="34" charset="0"/>
              </a:rPr>
              <a:t>En este estudio se evalúa el ajuste de registros de </a:t>
            </a:r>
            <a:r>
              <a:rPr lang="es-CO" sz="3000" noProof="0" dirty="0">
                <a:solidFill>
                  <a:schemeClr val="bg1">
                    <a:lumMod val="25000"/>
                  </a:schemeClr>
                </a:solidFill>
                <a:effectLst/>
                <a:latin typeface="Segoe UI Semibold" panose="020B0702040204020203" pitchFamily="34" charset="0"/>
                <a:ea typeface="Segoe UI Black" panose="020B0A02040204020203" pitchFamily="34" charset="0"/>
                <a:cs typeface="Segoe UI Semibold" panose="020B0702040204020203" pitchFamily="34" charset="0"/>
              </a:rPr>
              <a:t>PMax24h</a:t>
            </a:r>
            <a:r>
              <a:rPr lang="es-CO" sz="3000" noProof="0" dirty="0">
                <a:solidFill>
                  <a:schemeClr val="bg1">
                    <a:lumMod val="25000"/>
                  </a:schemeClr>
                </a:solidFill>
                <a:latin typeface="Segoe UI" panose="020B0502040204020203" pitchFamily="34" charset="0"/>
                <a:ea typeface="Segoe UI Black" panose="020B0A02040204020203" pitchFamily="34" charset="0"/>
                <a:cs typeface="Segoe UI" panose="020B0502040204020203" pitchFamily="34" charset="0"/>
              </a:rPr>
              <a:t>*</a:t>
            </a:r>
            <a:r>
              <a:rPr lang="es-CO" sz="3000" noProof="0" dirty="0">
                <a:solidFill>
                  <a:schemeClr val="bg1">
                    <a:lumMod val="25000"/>
                  </a:schemeClr>
                </a:solidFill>
                <a:effectLst/>
                <a:latin typeface="Segoe UI" panose="020B0502040204020203" pitchFamily="34" charset="0"/>
                <a:ea typeface="Segoe UI Black" panose="020B0A02040204020203" pitchFamily="34" charset="0"/>
                <a:cs typeface="Segoe UI" panose="020B0502040204020203" pitchFamily="34" charset="0"/>
              </a:rPr>
              <a:t> de la red de estaciones automáticas de Colombia a funciones empíricas de distribución (</a:t>
            </a:r>
            <a:r>
              <a:rPr lang="es-CO" sz="3000" noProof="0" dirty="0">
                <a:solidFill>
                  <a:schemeClr val="bg1">
                    <a:lumMod val="25000"/>
                  </a:schemeClr>
                </a:solidFill>
                <a:effectLst/>
                <a:latin typeface="Segoe UI Semibold" panose="020B0702040204020203" pitchFamily="34" charset="0"/>
                <a:ea typeface="Segoe UI Black" panose="020B0A02040204020203" pitchFamily="34" charset="0"/>
                <a:cs typeface="Segoe UI Semibold" panose="020B0702040204020203" pitchFamily="34" charset="0"/>
              </a:rPr>
              <a:t>EDF</a:t>
            </a:r>
            <a:r>
              <a:rPr lang="es-CO" sz="3000" noProof="0" dirty="0">
                <a:solidFill>
                  <a:schemeClr val="bg1">
                    <a:lumMod val="25000"/>
                  </a:schemeClr>
                </a:solidFill>
                <a:effectLst/>
                <a:latin typeface="Segoe UI" panose="020B0502040204020203" pitchFamily="34" charset="0"/>
                <a:ea typeface="Segoe UI Black" panose="020B0A02040204020203" pitchFamily="34" charset="0"/>
                <a:cs typeface="Segoe UI" panose="020B0502040204020203" pitchFamily="34" charset="0"/>
              </a:rPr>
              <a:t>) y a funciones de distribución de probabilidad paramétricas (</a:t>
            </a:r>
            <a:r>
              <a:rPr lang="es-CO" sz="3000" noProof="0" dirty="0">
                <a:solidFill>
                  <a:schemeClr val="bg1">
                    <a:lumMod val="25000"/>
                  </a:schemeClr>
                </a:solidFill>
                <a:effectLst/>
                <a:latin typeface="Segoe UI Semibold" panose="020B0702040204020203" pitchFamily="34" charset="0"/>
                <a:ea typeface="Segoe UI Black" panose="020B0A02040204020203" pitchFamily="34" charset="0"/>
                <a:cs typeface="Segoe UI Semibold" panose="020B0702040204020203" pitchFamily="34" charset="0"/>
              </a:rPr>
              <a:t>PDF</a:t>
            </a:r>
            <a:r>
              <a:rPr lang="es-CO" sz="3000" noProof="0" dirty="0">
                <a:solidFill>
                  <a:schemeClr val="bg1">
                    <a:lumMod val="25000"/>
                  </a:schemeClr>
                </a:solidFill>
                <a:effectLst/>
                <a:latin typeface="Segoe UI" panose="020B0502040204020203" pitchFamily="34" charset="0"/>
                <a:ea typeface="Segoe UI Black" panose="020B0A02040204020203" pitchFamily="34" charset="0"/>
                <a:cs typeface="Segoe UI" panose="020B0502040204020203" pitchFamily="34" charset="0"/>
              </a:rPr>
              <a:t>). </a:t>
            </a:r>
            <a:br>
              <a:rPr lang="es-CO" sz="3000" noProof="0" dirty="0">
                <a:solidFill>
                  <a:schemeClr val="bg1">
                    <a:lumMod val="25000"/>
                  </a:schemeClr>
                </a:solidFill>
                <a:effectLst/>
                <a:latin typeface="Segoe UI" panose="020B0502040204020203" pitchFamily="34" charset="0"/>
                <a:ea typeface="Segoe UI Black" panose="020B0A02040204020203" pitchFamily="34" charset="0"/>
                <a:cs typeface="Segoe UI" panose="020B0502040204020203" pitchFamily="34" charset="0"/>
              </a:rPr>
            </a:br>
            <a:br>
              <a:rPr lang="es-CO" sz="3000" noProof="0" dirty="0">
                <a:solidFill>
                  <a:schemeClr val="bg1">
                    <a:lumMod val="25000"/>
                  </a:schemeClr>
                </a:solidFill>
                <a:effectLst/>
                <a:latin typeface="Segoe UI" panose="020B0502040204020203" pitchFamily="34" charset="0"/>
                <a:ea typeface="Segoe UI Black" panose="020B0A02040204020203" pitchFamily="34" charset="0"/>
                <a:cs typeface="Segoe UI" panose="020B0502040204020203" pitchFamily="34" charset="0"/>
              </a:rPr>
            </a:br>
            <a:r>
              <a:rPr lang="es-CO" sz="3000" noProof="0" dirty="0">
                <a:solidFill>
                  <a:schemeClr val="bg1">
                    <a:lumMod val="25000"/>
                  </a:schemeClr>
                </a:solidFill>
                <a:effectLst/>
                <a:latin typeface="Segoe UI" panose="020B0502040204020203" pitchFamily="34" charset="0"/>
                <a:ea typeface="Segoe UI Black" panose="020B0A02040204020203" pitchFamily="34" charset="0"/>
                <a:cs typeface="Segoe UI" panose="020B0502040204020203" pitchFamily="34" charset="0"/>
              </a:rPr>
              <a:t>Se utilizó la prueba de Kolmogorov–Smirnov (</a:t>
            </a:r>
            <a:r>
              <a:rPr lang="es-CO" sz="3000" noProof="0" dirty="0">
                <a:solidFill>
                  <a:schemeClr val="bg1">
                    <a:lumMod val="25000"/>
                  </a:schemeClr>
                </a:solidFill>
                <a:effectLst/>
                <a:latin typeface="Segoe UI Semibold" panose="020B0702040204020203" pitchFamily="34" charset="0"/>
                <a:ea typeface="Segoe UI Black" panose="020B0A02040204020203" pitchFamily="34" charset="0"/>
                <a:cs typeface="Segoe UI Semibold" panose="020B0702040204020203" pitchFamily="34" charset="0"/>
              </a:rPr>
              <a:t>K-S</a:t>
            </a:r>
            <a:r>
              <a:rPr lang="es-CO" sz="3000" noProof="0" dirty="0">
                <a:solidFill>
                  <a:schemeClr val="bg1">
                    <a:lumMod val="25000"/>
                  </a:schemeClr>
                </a:solidFill>
                <a:effectLst/>
                <a:latin typeface="Segoe UI" panose="020B0502040204020203" pitchFamily="34" charset="0"/>
                <a:ea typeface="Segoe UI Black" panose="020B0A02040204020203" pitchFamily="34" charset="0"/>
                <a:cs typeface="Segoe UI" panose="020B0502040204020203" pitchFamily="34" charset="0"/>
              </a:rPr>
              <a:t>) como criterio de evaluación.</a:t>
            </a:r>
            <a:br>
              <a:rPr lang="es-CO" sz="3200" noProof="0" dirty="0">
                <a:solidFill>
                  <a:schemeClr val="bg1">
                    <a:lumMod val="25000"/>
                  </a:schemeClr>
                </a:solidFill>
                <a:effectLst/>
                <a:latin typeface="Segoe UI" panose="020B0502040204020203" pitchFamily="34" charset="0"/>
                <a:ea typeface="Segoe UI Black" panose="020B0A02040204020203" pitchFamily="34" charset="0"/>
                <a:cs typeface="Segoe UI" panose="020B0502040204020203" pitchFamily="34" charset="0"/>
              </a:rPr>
            </a:br>
            <a:r>
              <a:rPr lang="es-CO" sz="2000" noProof="0" dirty="0">
                <a:solidFill>
                  <a:schemeClr val="bg1">
                    <a:lumMod val="25000"/>
                  </a:schemeClr>
                </a:solidFill>
                <a:effectLst/>
                <a:latin typeface="Segoe UI" panose="020B0502040204020203" pitchFamily="34" charset="0"/>
                <a:ea typeface="Segoe UI Black" panose="020B0A02040204020203" pitchFamily="34" charset="0"/>
                <a:cs typeface="Segoe UI" panose="020B0502040204020203" pitchFamily="34" charset="0"/>
              </a:rPr>
              <a:t> </a:t>
            </a:r>
            <a:br>
              <a:rPr lang="es-CO" sz="3200" noProof="0" dirty="0">
                <a:solidFill>
                  <a:schemeClr val="bg1">
                    <a:lumMod val="25000"/>
                  </a:schemeClr>
                </a:solidFill>
                <a:effectLst/>
                <a:latin typeface="Segoe UI" panose="020B0502040204020203" pitchFamily="34" charset="0"/>
                <a:ea typeface="Segoe UI Black" panose="020B0A02040204020203" pitchFamily="34" charset="0"/>
                <a:cs typeface="Segoe UI" panose="020B0502040204020203" pitchFamily="34" charset="0"/>
              </a:rPr>
            </a:br>
            <a:r>
              <a:rPr lang="es-CO" sz="1600" noProof="0" dirty="0">
                <a:solidFill>
                  <a:schemeClr val="bg1">
                    <a:lumMod val="25000"/>
                  </a:schemeClr>
                </a:solidFill>
                <a:effectLst/>
                <a:latin typeface="Segoe UI" panose="020B0502040204020203" pitchFamily="34" charset="0"/>
                <a:ea typeface="Segoe UI Black" panose="020B0A02040204020203" pitchFamily="34" charset="0"/>
                <a:cs typeface="Segoe UI" panose="020B0502040204020203" pitchFamily="34" charset="0"/>
              </a:rPr>
              <a:t>*A partir de los valores de lluvia registrados cada 10 minutos, disponibles en </a:t>
            </a:r>
            <a:r>
              <a:rPr lang="es-CO" sz="1600" noProof="0" dirty="0">
                <a:solidFill>
                  <a:schemeClr val="bg1">
                    <a:lumMod val="25000"/>
                  </a:schemeClr>
                </a:solidFill>
                <a:effectLst/>
                <a:latin typeface="Segoe UI" panose="020B0502040204020203" pitchFamily="34" charset="0"/>
                <a:ea typeface="Segoe UI Black" panose="020B0A02040204020203" pitchFamily="34" charset="0"/>
                <a:cs typeface="Segoe UI" panose="020B0502040204020203" pitchFamily="34" charset="0"/>
                <a:hlinkClick r:id="rId3"/>
              </a:rPr>
              <a:t>www.datos.gov.co</a:t>
            </a:r>
            <a:r>
              <a:rPr lang="es-CO" sz="1600" noProof="0" dirty="0">
                <a:solidFill>
                  <a:schemeClr val="bg1">
                    <a:lumMod val="25000"/>
                  </a:schemeClr>
                </a:solidFill>
                <a:effectLst/>
                <a:latin typeface="Segoe UI" panose="020B0502040204020203" pitchFamily="34" charset="0"/>
                <a:ea typeface="Segoe UI Black" panose="020B0A02040204020203" pitchFamily="34" charset="0"/>
                <a:cs typeface="Segoe UI" panose="020B0502040204020203" pitchFamily="34" charset="0"/>
              </a:rPr>
              <a:t>, correspondientes a 262 millones de registros hasta 2025 en 594 estaciones.</a:t>
            </a:r>
            <a:endParaRPr lang="es-CO" sz="1400" noProof="0" dirty="0">
              <a:solidFill>
                <a:schemeClr val="bg1">
                  <a:lumMod val="25000"/>
                </a:schemeClr>
              </a:solidFill>
            </a:endParaRPr>
          </a:p>
        </p:txBody>
      </p:sp>
      <p:pic>
        <p:nvPicPr>
          <p:cNvPr id="7" name="Imagen 4">
            <a:extLst>
              <a:ext uri="{FF2B5EF4-FFF2-40B4-BE49-F238E27FC236}">
                <a16:creationId xmlns:a16="http://schemas.microsoft.com/office/drawing/2014/main" id="{91CD4372-87A4-DFDA-F13A-AA096330F391}"/>
              </a:ext>
            </a:extLst>
          </p:cNvPr>
          <p:cNvPicPr>
            <a:picLocks noChangeAspect="1"/>
          </p:cNvPicPr>
          <p:nvPr/>
        </p:nvPicPr>
        <p:blipFill>
          <a:blip r:embed="rId4">
            <a:extLst>
              <a:ext uri="{28A0092B-C50C-407E-A947-70E740481C1C}">
                <a14:useLocalDpi xmlns:a14="http://schemas.microsoft.com/office/drawing/2010/main" val="0"/>
              </a:ext>
            </a:extLst>
          </a:blip>
          <a:srcRect b="84948"/>
          <a:stretch>
            <a:fillRect/>
          </a:stretch>
        </p:blipFill>
        <p:spPr>
          <a:xfrm>
            <a:off x="0" y="-16873"/>
            <a:ext cx="12192000" cy="1032252"/>
          </a:xfrm>
          <a:prstGeom prst="rect">
            <a:avLst/>
          </a:prstGeom>
        </p:spPr>
      </p:pic>
    </p:spTree>
    <p:extLst>
      <p:ext uri="{BB962C8B-B14F-4D97-AF65-F5344CB8AC3E}">
        <p14:creationId xmlns:p14="http://schemas.microsoft.com/office/powerpoint/2010/main" val="5264813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1622B-330C-B866-03D9-3E4FE89A3E21}"/>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340F0327-EE61-BDCA-F949-D4B527B88109}"/>
              </a:ext>
            </a:extLst>
          </p:cNvPr>
          <p:cNvSpPr txBox="1">
            <a:spLocks/>
          </p:cNvSpPr>
          <p:nvPr/>
        </p:nvSpPr>
        <p:spPr>
          <a:xfrm rot="16200000">
            <a:off x="-3188915" y="3196773"/>
            <a:ext cx="6858005" cy="464446"/>
          </a:xfrm>
          <a:prstGeom prst="rect">
            <a:avLst/>
          </a:prstGeom>
          <a:solidFill>
            <a:schemeClr val="bg2">
              <a:lumMod val="90000"/>
            </a:schemeClr>
          </a:solidFill>
        </p:spPr>
        <p:txBody>
          <a:bodyPr vert="horz" lIns="91440" tIns="45720" rIns="91440" bIns="45720" rtlCol="0" anchor="t" anchorCtr="0">
            <a:noAutofit/>
          </a:bodyPr>
          <a:lstStyle>
            <a:lvl1pPr algn="l" defTabSz="914377" rtl="0" eaLnBrk="1" latinLnBrk="0" hangingPunct="1">
              <a:lnSpc>
                <a:spcPct val="90000"/>
              </a:lnSpc>
              <a:spcBef>
                <a:spcPct val="0"/>
              </a:spcBef>
              <a:buNone/>
              <a:defRPr sz="2600" kern="1200">
                <a:solidFill>
                  <a:schemeClr val="tx1"/>
                </a:solidFill>
                <a:latin typeface="+mj-lt"/>
                <a:ea typeface="+mj-ea"/>
                <a:cs typeface="+mj-cs"/>
              </a:defRPr>
            </a:lvl1pPr>
          </a:lstStyle>
          <a:p>
            <a:r>
              <a:rPr lang="es-CO" sz="2800" dirty="0">
                <a:solidFill>
                  <a:schemeClr val="bg1">
                    <a:lumMod val="25000"/>
                  </a:schemeClr>
                </a:solidFill>
                <a:latin typeface="Segoe UI" panose="020B0502040204020203" pitchFamily="34" charset="0"/>
                <a:ea typeface="Segoe UI Black" panose="020B0A02040204020203" pitchFamily="34" charset="0"/>
                <a:cs typeface="Segoe UI" panose="020B0502040204020203" pitchFamily="34" charset="0"/>
              </a:rPr>
              <a:t>Metodología de análisis</a:t>
            </a:r>
            <a:endParaRPr lang="es-CO" sz="2000" i="1" dirty="0">
              <a:solidFill>
                <a:schemeClr val="bg1">
                  <a:lumMod val="25000"/>
                </a:schemeClr>
              </a:solidFill>
              <a:latin typeface="Segoe UI Semibold" panose="020B0702040204020203" pitchFamily="34" charset="0"/>
              <a:cs typeface="Segoe UI Semibold" panose="020B0702040204020203" pitchFamily="34" charset="0"/>
            </a:endParaRPr>
          </a:p>
        </p:txBody>
      </p:sp>
      <p:pic>
        <p:nvPicPr>
          <p:cNvPr id="5" name="Graphic 4">
            <a:extLst>
              <a:ext uri="{FF2B5EF4-FFF2-40B4-BE49-F238E27FC236}">
                <a16:creationId xmlns:a16="http://schemas.microsoft.com/office/drawing/2014/main" id="{EA6125A4-B367-37B4-FC94-E0B103F14DB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6720" y="2327977"/>
            <a:ext cx="11100768" cy="2883412"/>
          </a:xfrm>
          <a:prstGeom prst="rect">
            <a:avLst/>
          </a:prstGeom>
        </p:spPr>
      </p:pic>
      <p:pic>
        <p:nvPicPr>
          <p:cNvPr id="6" name="Imagen 4">
            <a:extLst>
              <a:ext uri="{FF2B5EF4-FFF2-40B4-BE49-F238E27FC236}">
                <a16:creationId xmlns:a16="http://schemas.microsoft.com/office/drawing/2014/main" id="{0D4C5192-BA43-B375-0BCB-B8E58AA1BC1B}"/>
              </a:ext>
            </a:extLst>
          </p:cNvPr>
          <p:cNvPicPr>
            <a:picLocks noChangeAspect="1"/>
          </p:cNvPicPr>
          <p:nvPr/>
        </p:nvPicPr>
        <p:blipFill>
          <a:blip r:embed="rId4">
            <a:extLst>
              <a:ext uri="{28A0092B-C50C-407E-A947-70E740481C1C}">
                <a14:useLocalDpi xmlns:a14="http://schemas.microsoft.com/office/drawing/2010/main" val="0"/>
              </a:ext>
            </a:extLst>
          </a:blip>
          <a:srcRect b="84948"/>
          <a:stretch>
            <a:fillRect/>
          </a:stretch>
        </p:blipFill>
        <p:spPr>
          <a:xfrm>
            <a:off x="0" y="-16873"/>
            <a:ext cx="12192000" cy="1032252"/>
          </a:xfrm>
          <a:prstGeom prst="rect">
            <a:avLst/>
          </a:prstGeom>
        </p:spPr>
      </p:pic>
    </p:spTree>
    <p:extLst>
      <p:ext uri="{BB962C8B-B14F-4D97-AF65-F5344CB8AC3E}">
        <p14:creationId xmlns:p14="http://schemas.microsoft.com/office/powerpoint/2010/main" val="17573660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8F8CF-2D6C-9F04-1F40-9C732A76EC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69871F-A6DA-EBE7-85EC-8BF806F00836}"/>
              </a:ext>
            </a:extLst>
          </p:cNvPr>
          <p:cNvSpPr>
            <a:spLocks noGrp="1"/>
          </p:cNvSpPr>
          <p:nvPr>
            <p:ph type="title"/>
          </p:nvPr>
        </p:nvSpPr>
        <p:spPr>
          <a:xfrm>
            <a:off x="244226" y="1330394"/>
            <a:ext cx="6561576" cy="4851633"/>
          </a:xfrm>
        </p:spPr>
        <p:txBody>
          <a:bodyPr anchor="t" anchorCtr="0">
            <a:noAutofit/>
          </a:bodyPr>
          <a:lstStyle/>
          <a:p>
            <a:pPr algn="ctr"/>
            <a:r>
              <a:rPr lang="es-CO" sz="3200" noProof="0" dirty="0">
                <a:solidFill>
                  <a:schemeClr val="bg1">
                    <a:lumMod val="25000"/>
                  </a:schemeClr>
                </a:solidFill>
                <a:effectLst/>
                <a:latin typeface="Segoe UI Semibold" panose="020B0702040204020203" pitchFamily="34" charset="0"/>
                <a:ea typeface="Segoe UI Black" panose="020B0A02040204020203" pitchFamily="34" charset="0"/>
                <a:cs typeface="Segoe UI Semibold" panose="020B0702040204020203" pitchFamily="34" charset="0"/>
              </a:rPr>
              <a:t>Funciones de distribución de probabilidad (PDF) </a:t>
            </a:r>
            <a:br>
              <a:rPr lang="es-CO" sz="3200" b="1" noProof="0" dirty="0">
                <a:solidFill>
                  <a:schemeClr val="bg1">
                    <a:lumMod val="25000"/>
                  </a:schemeClr>
                </a:solidFill>
                <a:effectLst/>
                <a:latin typeface="Segoe UI" panose="020B0502040204020203" pitchFamily="34" charset="0"/>
                <a:ea typeface="Segoe UI Black" panose="020B0A02040204020203" pitchFamily="34" charset="0"/>
                <a:cs typeface="Segoe UI" panose="020B0502040204020203" pitchFamily="34" charset="0"/>
              </a:rPr>
            </a:br>
            <a:br>
              <a:rPr lang="es-CO" sz="3200" noProof="0" dirty="0">
                <a:solidFill>
                  <a:schemeClr val="bg1">
                    <a:lumMod val="25000"/>
                  </a:schemeClr>
                </a:solidFill>
                <a:effectLst/>
                <a:latin typeface="Segoe UI" panose="020B0502040204020203" pitchFamily="34" charset="0"/>
                <a:ea typeface="Segoe UI Black" panose="020B0A02040204020203" pitchFamily="34" charset="0"/>
                <a:cs typeface="Segoe UI" panose="020B0502040204020203" pitchFamily="34" charset="0"/>
              </a:rPr>
            </a:br>
            <a:r>
              <a:rPr lang="es-CO" sz="3000" noProof="0" dirty="0">
                <a:solidFill>
                  <a:schemeClr val="bg1">
                    <a:lumMod val="25000"/>
                  </a:schemeClr>
                </a:solidFill>
                <a:effectLst/>
                <a:latin typeface="Segoe UI" panose="020B0502040204020203" pitchFamily="34" charset="0"/>
                <a:ea typeface="Segoe UI Black" panose="020B0A02040204020203" pitchFamily="34" charset="0"/>
                <a:cs typeface="Segoe UI" panose="020B0502040204020203" pitchFamily="34" charset="0"/>
              </a:rPr>
              <a:t>Describen la probabilidad relativa de que una variable aleatoria continua se encuentre dentro de un rango específico (como la lluvia en cualquier momento), donde el área total bajo su curva es igual a 1 y el área sobre cualquier intervalo proporciona la probabilidad real para ese rango.</a:t>
            </a:r>
            <a:endParaRPr lang="es-CO" sz="3000" noProof="0" dirty="0">
              <a:solidFill>
                <a:schemeClr val="bg1">
                  <a:lumMod val="25000"/>
                </a:schemeClr>
              </a:solidFill>
            </a:endParaRPr>
          </a:p>
        </p:txBody>
      </p:sp>
      <mc:AlternateContent xmlns:mc="http://schemas.openxmlformats.org/markup-compatibility/2006" xmlns:a14="http://schemas.microsoft.com/office/drawing/2010/main">
        <mc:Choice Requires="a14">
          <p:sp>
            <p:nvSpPr>
              <p:cNvPr id="3" name="Title 1">
                <a:extLst>
                  <a:ext uri="{FF2B5EF4-FFF2-40B4-BE49-F238E27FC236}">
                    <a16:creationId xmlns:a16="http://schemas.microsoft.com/office/drawing/2014/main" id="{C44B9899-7829-EC78-DE94-87CA67F4F9C5}"/>
                  </a:ext>
                </a:extLst>
              </p:cNvPr>
              <p:cNvSpPr txBox="1">
                <a:spLocks/>
              </p:cNvSpPr>
              <p:nvPr/>
            </p:nvSpPr>
            <p:spPr>
              <a:xfrm>
                <a:off x="7249715" y="1262489"/>
                <a:ext cx="4655368" cy="978336"/>
              </a:xfrm>
              <a:prstGeom prst="rect">
                <a:avLst/>
              </a:prstGeom>
            </p:spPr>
            <p:txBody>
              <a:bodyPr vert="horz" lIns="91440" tIns="45720" rIns="91440" bIns="45720" rtlCol="0" anchor="t" anchorCtr="0">
                <a:noAutofit/>
              </a:bodyPr>
              <a:lstStyle>
                <a:lvl1pPr algn="l" defTabSz="914377" rtl="0" eaLnBrk="1" latinLnBrk="0" hangingPunct="1">
                  <a:lnSpc>
                    <a:spcPct val="90000"/>
                  </a:lnSpc>
                  <a:spcBef>
                    <a:spcPct val="0"/>
                  </a:spcBef>
                  <a:buNone/>
                  <a:defRPr sz="2600" kern="1200">
                    <a:solidFill>
                      <a:schemeClr val="tx1"/>
                    </a:solidFill>
                    <a:latin typeface="+mj-lt"/>
                    <a:ea typeface="+mj-ea"/>
                    <a:cs typeface="+mj-cs"/>
                  </a:defRPr>
                </a:lvl1pPr>
              </a:lstStyle>
              <a:p>
                <a:pPr algn="ctr"/>
                <a:r>
                  <a:rPr lang="es-CO" sz="2400" noProof="0" dirty="0">
                    <a:solidFill>
                      <a:schemeClr val="bg1">
                        <a:lumMod val="25000"/>
                      </a:schemeClr>
                    </a:solidFill>
                    <a:latin typeface="Cambria Math" panose="02040503050406030204" pitchFamily="18" charset="0"/>
                  </a:rPr>
                  <a:t>p. ej. Gumbel con sesgo derecho</a:t>
                </a:r>
              </a:p>
              <a:p>
                <a:pPr algn="ctr"/>
                <a14:m>
                  <m:oMathPara xmlns:m="http://schemas.openxmlformats.org/officeDocument/2006/math">
                    <m:oMath>
                      <m:r>
                        <a:rPr lang="es-CO" sz="3200" i="1" noProof="0" smtClean="0">
                          <a:solidFill>
                            <a:schemeClr val="bg1">
                              <a:lumMod val="25000"/>
                            </a:schemeClr>
                          </a:solidFill>
                          <a:latin typeface="Cambria Math" panose="02040503050406030204" pitchFamily="18" charset="0"/>
                        </a:rPr>
                        <m:t>𝑓</m:t>
                      </m:r>
                      <m:r>
                        <a:rPr lang="es-CO" sz="3200" b="0" i="0" noProof="0" smtClean="0">
                          <a:solidFill>
                            <a:schemeClr val="bg1">
                              <a:lumMod val="25000"/>
                            </a:schemeClr>
                          </a:solidFill>
                          <a:latin typeface="Cambria Math" panose="02040503050406030204" pitchFamily="18" charset="0"/>
                        </a:rPr>
                        <m:t>(</m:t>
                      </m:r>
                      <m:r>
                        <a:rPr lang="es-CO" sz="3200" b="0" i="1" noProof="0" smtClean="0">
                          <a:solidFill>
                            <a:schemeClr val="bg1">
                              <a:lumMod val="25000"/>
                            </a:schemeClr>
                          </a:solidFill>
                          <a:latin typeface="Cambria Math" panose="02040503050406030204" pitchFamily="18" charset="0"/>
                        </a:rPr>
                        <m:t>𝑥</m:t>
                      </m:r>
                      <m:r>
                        <a:rPr lang="es-CO" sz="3200" b="0" i="0" noProof="0" smtClean="0">
                          <a:solidFill>
                            <a:schemeClr val="bg1">
                              <a:lumMod val="25000"/>
                            </a:schemeClr>
                          </a:solidFill>
                          <a:latin typeface="Cambria Math" panose="02040503050406030204" pitchFamily="18" charset="0"/>
                        </a:rPr>
                        <m:t>)</m:t>
                      </m:r>
                      <m:r>
                        <a:rPr lang="es-CO" sz="3200" i="1" noProof="0" smtClean="0">
                          <a:solidFill>
                            <a:schemeClr val="bg1">
                              <a:lumMod val="25000"/>
                            </a:schemeClr>
                          </a:solidFill>
                          <a:latin typeface="Cambria Math" panose="02040503050406030204" pitchFamily="18" charset="0"/>
                        </a:rPr>
                        <m:t>=</m:t>
                      </m:r>
                      <m:r>
                        <m:rPr>
                          <m:sty m:val="p"/>
                        </m:rPr>
                        <a:rPr lang="es-CO" sz="3200" b="0" i="0" noProof="0" smtClean="0">
                          <a:solidFill>
                            <a:schemeClr val="bg1">
                              <a:lumMod val="25000"/>
                            </a:schemeClr>
                          </a:solidFill>
                          <a:latin typeface="Cambria Math" panose="02040503050406030204" pitchFamily="18" charset="0"/>
                        </a:rPr>
                        <m:t>exp</m:t>
                      </m:r>
                      <m:r>
                        <a:rPr lang="es-CO" sz="3200" b="0" i="1" noProof="0" smtClean="0">
                          <a:solidFill>
                            <a:schemeClr val="bg1">
                              <a:lumMod val="25000"/>
                            </a:schemeClr>
                          </a:solidFill>
                          <a:latin typeface="Cambria Math" panose="02040503050406030204" pitchFamily="18" charset="0"/>
                        </a:rPr>
                        <m:t>⁡(−</m:t>
                      </m:r>
                      <m:d>
                        <m:dPr>
                          <m:ctrlPr>
                            <a:rPr lang="es-CO" sz="3200" b="0" i="1" noProof="0" smtClean="0">
                              <a:solidFill>
                                <a:schemeClr val="bg1">
                                  <a:lumMod val="25000"/>
                                </a:schemeClr>
                              </a:solidFill>
                              <a:latin typeface="Cambria Math" panose="02040503050406030204" pitchFamily="18" charset="0"/>
                            </a:rPr>
                          </m:ctrlPr>
                        </m:dPr>
                        <m:e>
                          <m:r>
                            <a:rPr lang="es-CO" sz="3200" b="0" i="1" noProof="0" smtClean="0">
                              <a:solidFill>
                                <a:schemeClr val="bg1">
                                  <a:lumMod val="25000"/>
                                </a:schemeClr>
                              </a:solidFill>
                              <a:latin typeface="Cambria Math" panose="02040503050406030204" pitchFamily="18" charset="0"/>
                            </a:rPr>
                            <m:t>𝑥</m:t>
                          </m:r>
                          <m:r>
                            <a:rPr lang="es-CO" sz="3200" b="0" i="1" noProof="0" smtClean="0">
                              <a:solidFill>
                                <a:schemeClr val="bg1">
                                  <a:lumMod val="25000"/>
                                </a:schemeClr>
                              </a:solidFill>
                              <a:latin typeface="Cambria Math" panose="02040503050406030204" pitchFamily="18" charset="0"/>
                            </a:rPr>
                            <m:t>+</m:t>
                          </m:r>
                          <m:sSup>
                            <m:sSupPr>
                              <m:ctrlPr>
                                <a:rPr lang="es-CO" sz="3200" b="0" i="1" noProof="0" smtClean="0">
                                  <a:solidFill>
                                    <a:schemeClr val="bg1">
                                      <a:lumMod val="25000"/>
                                    </a:schemeClr>
                                  </a:solidFill>
                                  <a:latin typeface="Cambria Math" panose="02040503050406030204" pitchFamily="18" charset="0"/>
                                </a:rPr>
                              </m:ctrlPr>
                            </m:sSupPr>
                            <m:e>
                              <m:r>
                                <a:rPr lang="es-CO" sz="3200" b="0" i="1" noProof="0" smtClean="0">
                                  <a:solidFill>
                                    <a:schemeClr val="bg1">
                                      <a:lumMod val="25000"/>
                                    </a:schemeClr>
                                  </a:solidFill>
                                  <a:latin typeface="Cambria Math" panose="02040503050406030204" pitchFamily="18" charset="0"/>
                                </a:rPr>
                                <m:t>𝑒</m:t>
                              </m:r>
                            </m:e>
                            <m:sup>
                              <m:r>
                                <a:rPr lang="es-CO" sz="3200" b="0" i="1" noProof="0" smtClean="0">
                                  <a:solidFill>
                                    <a:schemeClr val="bg1">
                                      <a:lumMod val="25000"/>
                                    </a:schemeClr>
                                  </a:solidFill>
                                  <a:latin typeface="Cambria Math" panose="02040503050406030204" pitchFamily="18" charset="0"/>
                                </a:rPr>
                                <m:t>−</m:t>
                              </m:r>
                              <m:r>
                                <a:rPr lang="es-CO" sz="3200" b="0" i="1" noProof="0" smtClean="0">
                                  <a:solidFill>
                                    <a:schemeClr val="bg1">
                                      <a:lumMod val="25000"/>
                                    </a:schemeClr>
                                  </a:solidFill>
                                  <a:latin typeface="Cambria Math" panose="02040503050406030204" pitchFamily="18" charset="0"/>
                                </a:rPr>
                                <m:t>𝑥</m:t>
                              </m:r>
                            </m:sup>
                          </m:sSup>
                        </m:e>
                      </m:d>
                      <m:r>
                        <a:rPr lang="es-CO" sz="3200" b="0" i="1" noProof="0" smtClean="0">
                          <a:solidFill>
                            <a:schemeClr val="bg1">
                              <a:lumMod val="25000"/>
                            </a:schemeClr>
                          </a:solidFill>
                          <a:latin typeface="Cambria Math" panose="02040503050406030204" pitchFamily="18" charset="0"/>
                        </a:rPr>
                        <m:t>)</m:t>
                      </m:r>
                    </m:oMath>
                  </m:oMathPara>
                </a14:m>
                <a:endParaRPr lang="es-CO" sz="3200" noProof="0" dirty="0">
                  <a:solidFill>
                    <a:schemeClr val="bg1">
                      <a:lumMod val="25000"/>
                    </a:schemeClr>
                  </a:solidFill>
                </a:endParaRPr>
              </a:p>
            </p:txBody>
          </p:sp>
        </mc:Choice>
        <mc:Fallback xmlns="">
          <p:sp>
            <p:nvSpPr>
              <p:cNvPr id="3" name="Title 1">
                <a:extLst>
                  <a:ext uri="{FF2B5EF4-FFF2-40B4-BE49-F238E27FC236}">
                    <a16:creationId xmlns:a16="http://schemas.microsoft.com/office/drawing/2014/main" id="{C44B9899-7829-EC78-DE94-87CA67F4F9C5}"/>
                  </a:ext>
                </a:extLst>
              </p:cNvPr>
              <p:cNvSpPr txBox="1">
                <a:spLocks noRot="1" noChangeAspect="1" noMove="1" noResize="1" noEditPoints="1" noAdjustHandles="1" noChangeArrowheads="1" noChangeShapeType="1" noTextEdit="1"/>
              </p:cNvSpPr>
              <p:nvPr/>
            </p:nvSpPr>
            <p:spPr>
              <a:xfrm>
                <a:off x="7249715" y="1262489"/>
                <a:ext cx="4655368" cy="978336"/>
              </a:xfrm>
              <a:prstGeom prst="rect">
                <a:avLst/>
              </a:prstGeom>
              <a:blipFill>
                <a:blip r:embed="rId3"/>
                <a:stretch>
                  <a:fillRect t="-8696"/>
                </a:stretch>
              </a:blipFill>
            </p:spPr>
            <p:txBody>
              <a:bodyPr/>
              <a:lstStyle/>
              <a:p>
                <a:r>
                  <a:rPr lang="es-CO">
                    <a:noFill/>
                  </a:rPr>
                  <a:t> </a:t>
                </a:r>
              </a:p>
            </p:txBody>
          </p:sp>
        </mc:Fallback>
      </mc:AlternateContent>
      <p:pic>
        <p:nvPicPr>
          <p:cNvPr id="5" name="Picture 4" descr="../../_images/scipy-stats-gumbel_r-1.png">
            <a:extLst>
              <a:ext uri="{FF2B5EF4-FFF2-40B4-BE49-F238E27FC236}">
                <a16:creationId xmlns:a16="http://schemas.microsoft.com/office/drawing/2014/main" id="{46DB6E0E-72EE-ECE4-02BB-78DD06324B68}"/>
              </a:ext>
            </a:extLst>
          </p:cNvPr>
          <p:cNvPicPr>
            <a:picLocks noChangeAspect="1"/>
          </p:cNvPicPr>
          <p:nvPr/>
        </p:nvPicPr>
        <p:blipFill>
          <a:blip r:embed="rId4">
            <a:extLst>
              <a:ext uri="{BEBA8EAE-BF5A-486C-A8C5-ECC9F3942E4B}">
                <a14:imgProps xmlns:a14="http://schemas.microsoft.com/office/drawing/2010/main">
                  <a14:imgLayer r:embed="rId5">
                    <a14:imgEffect>
                      <a14:saturation sat="33000"/>
                    </a14:imgEffect>
                  </a14:imgLayer>
                </a14:imgProps>
              </a:ext>
            </a:extLst>
          </a:blip>
          <a:srcRect l="11517" t="11188" r="7449" b="8902"/>
          <a:stretch>
            <a:fillRect/>
          </a:stretch>
        </p:blipFill>
        <p:spPr>
          <a:xfrm>
            <a:off x="7295307" y="2330909"/>
            <a:ext cx="4582198" cy="2798603"/>
          </a:xfrm>
          <a:prstGeom prst="roundRect">
            <a:avLst>
              <a:gd name="adj" fmla="val 6289"/>
            </a:avLst>
          </a:prstGeom>
        </p:spPr>
      </p:pic>
      <p:sp>
        <p:nvSpPr>
          <p:cNvPr id="7" name="Title 1">
            <a:extLst>
              <a:ext uri="{FF2B5EF4-FFF2-40B4-BE49-F238E27FC236}">
                <a16:creationId xmlns:a16="http://schemas.microsoft.com/office/drawing/2014/main" id="{8AE5B680-1ECA-4471-85D1-7D2A2733E9FD}"/>
              </a:ext>
            </a:extLst>
          </p:cNvPr>
          <p:cNvSpPr txBox="1">
            <a:spLocks/>
          </p:cNvSpPr>
          <p:nvPr/>
        </p:nvSpPr>
        <p:spPr>
          <a:xfrm>
            <a:off x="7483067" y="5336364"/>
            <a:ext cx="4188664" cy="1026373"/>
          </a:xfrm>
          <a:prstGeom prst="rect">
            <a:avLst/>
          </a:prstGeom>
        </p:spPr>
        <p:txBody>
          <a:bodyPr vert="horz" lIns="91440" tIns="45720" rIns="91440" bIns="45720" rtlCol="0" anchor="t" anchorCtr="0">
            <a:noAutofit/>
          </a:bodyPr>
          <a:lstStyle>
            <a:lvl1pPr algn="l" defTabSz="914377" rtl="0" eaLnBrk="1" latinLnBrk="0" hangingPunct="1">
              <a:lnSpc>
                <a:spcPct val="90000"/>
              </a:lnSpc>
              <a:spcBef>
                <a:spcPct val="0"/>
              </a:spcBef>
              <a:buNone/>
              <a:defRPr sz="2600" kern="1200">
                <a:solidFill>
                  <a:schemeClr val="tx1"/>
                </a:solidFill>
                <a:latin typeface="+mj-lt"/>
                <a:ea typeface="+mj-ea"/>
                <a:cs typeface="+mj-cs"/>
              </a:defRPr>
            </a:lvl1pPr>
          </a:lstStyle>
          <a:p>
            <a:pPr algn="ctr"/>
            <a:r>
              <a:rPr lang="es-CO" sz="2000" i="1" noProof="0" dirty="0">
                <a:solidFill>
                  <a:schemeClr val="bg1">
                    <a:lumMod val="25000"/>
                  </a:schemeClr>
                </a:solidFill>
                <a:latin typeface="Segoe UI" panose="020B0502040204020203" pitchFamily="34" charset="0"/>
                <a:ea typeface="Segoe UI Black" panose="020B0A02040204020203" pitchFamily="34" charset="0"/>
                <a:cs typeface="Segoe UI" panose="020B0502040204020203" pitchFamily="34" charset="0"/>
              </a:rPr>
              <a:t>En éste estudio también se evaluaron todas las PDF en su forma logarítmica o </a:t>
            </a:r>
            <a:r>
              <a:rPr lang="es-CO" sz="2000" i="1" noProof="0" dirty="0">
                <a:solidFill>
                  <a:schemeClr val="bg1">
                    <a:lumMod val="25000"/>
                  </a:schemeClr>
                </a:solidFill>
                <a:latin typeface="Segoe UI Semibold" panose="020B0702040204020203" pitchFamily="34" charset="0"/>
                <a:ea typeface="Segoe UI Black" panose="020B0A02040204020203" pitchFamily="34" charset="0"/>
                <a:cs typeface="Segoe UI Semibold" panose="020B0702040204020203" pitchFamily="34" charset="0"/>
              </a:rPr>
              <a:t>log(f(x))</a:t>
            </a:r>
            <a:r>
              <a:rPr lang="es-CO" sz="2000" i="1" noProof="0" dirty="0">
                <a:solidFill>
                  <a:schemeClr val="bg1">
                    <a:lumMod val="25000"/>
                  </a:schemeClr>
                </a:solidFill>
                <a:latin typeface="Segoe UI" panose="020B0502040204020203" pitchFamily="34" charset="0"/>
                <a:ea typeface="Segoe UI Black" panose="020B0A02040204020203" pitchFamily="34" charset="0"/>
                <a:cs typeface="Segoe UI" panose="020B0502040204020203" pitchFamily="34" charset="0"/>
              </a:rPr>
              <a:t>.</a:t>
            </a:r>
            <a:endParaRPr lang="es-CO" sz="2000" i="1" noProof="0" dirty="0">
              <a:solidFill>
                <a:schemeClr val="bg1">
                  <a:lumMod val="25000"/>
                </a:schemeClr>
              </a:solidFill>
            </a:endParaRPr>
          </a:p>
        </p:txBody>
      </p:sp>
      <p:pic>
        <p:nvPicPr>
          <p:cNvPr id="8" name="Imagen 4">
            <a:extLst>
              <a:ext uri="{FF2B5EF4-FFF2-40B4-BE49-F238E27FC236}">
                <a16:creationId xmlns:a16="http://schemas.microsoft.com/office/drawing/2014/main" id="{BA7EB2B6-7069-1430-0253-B60573F850AC}"/>
              </a:ext>
            </a:extLst>
          </p:cNvPr>
          <p:cNvPicPr>
            <a:picLocks noChangeAspect="1"/>
          </p:cNvPicPr>
          <p:nvPr/>
        </p:nvPicPr>
        <p:blipFill>
          <a:blip r:embed="rId6">
            <a:extLst>
              <a:ext uri="{28A0092B-C50C-407E-A947-70E740481C1C}">
                <a14:useLocalDpi xmlns:a14="http://schemas.microsoft.com/office/drawing/2010/main" val="0"/>
              </a:ext>
            </a:extLst>
          </a:blip>
          <a:srcRect b="84948"/>
          <a:stretch>
            <a:fillRect/>
          </a:stretch>
        </p:blipFill>
        <p:spPr>
          <a:xfrm>
            <a:off x="0" y="-16873"/>
            <a:ext cx="12192000" cy="1032252"/>
          </a:xfrm>
          <a:prstGeom prst="rect">
            <a:avLst/>
          </a:prstGeom>
        </p:spPr>
      </p:pic>
    </p:spTree>
    <p:extLst>
      <p:ext uri="{BB962C8B-B14F-4D97-AF65-F5344CB8AC3E}">
        <p14:creationId xmlns:p14="http://schemas.microsoft.com/office/powerpoint/2010/main" val="25976749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5B5D3-04E6-A175-DEA6-1426C97EDA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B41873-372E-396C-E943-399C7272FE8D}"/>
              </a:ext>
            </a:extLst>
          </p:cNvPr>
          <p:cNvSpPr>
            <a:spLocks noGrp="1"/>
          </p:cNvSpPr>
          <p:nvPr>
            <p:ph type="title"/>
          </p:nvPr>
        </p:nvSpPr>
        <p:spPr>
          <a:xfrm>
            <a:off x="208518" y="1219186"/>
            <a:ext cx="9700529" cy="5432968"/>
          </a:xfrm>
        </p:spPr>
        <p:txBody>
          <a:bodyPr anchor="t" anchorCtr="0">
            <a:noAutofit/>
          </a:bodyPr>
          <a:lstStyle/>
          <a:p>
            <a:r>
              <a:rPr lang="es-CO" sz="3000" noProof="0" dirty="0">
                <a:solidFill>
                  <a:schemeClr val="bg1">
                    <a:lumMod val="25000"/>
                  </a:schemeClr>
                </a:solidFill>
                <a:latin typeface="Segoe UI" panose="020B0502040204020203" pitchFamily="34" charset="0"/>
                <a:cs typeface="Segoe UI" panose="020B0502040204020203" pitchFamily="34" charset="0"/>
              </a:rPr>
              <a:t>Para el desarrollo del estudio se han seleccionado 80 de las más de 100 distribuciones de probabilidad (</a:t>
            </a:r>
            <a:r>
              <a:rPr lang="es-CO" sz="3000" noProof="0" dirty="0">
                <a:solidFill>
                  <a:schemeClr val="bg1">
                    <a:lumMod val="25000"/>
                  </a:schemeClr>
                </a:solidFill>
                <a:latin typeface="Segoe UI Semibold" panose="020B0702040204020203" pitchFamily="34" charset="0"/>
                <a:cs typeface="Segoe UI Semibold" panose="020B0702040204020203" pitchFamily="34" charset="0"/>
              </a:rPr>
              <a:t>PDF</a:t>
            </a:r>
            <a:r>
              <a:rPr lang="es-CO" sz="3000" noProof="0" dirty="0">
                <a:solidFill>
                  <a:schemeClr val="bg1">
                    <a:lumMod val="25000"/>
                  </a:schemeClr>
                </a:solidFill>
                <a:latin typeface="Segoe UI" panose="020B0502040204020203" pitchFamily="34" charset="0"/>
                <a:cs typeface="Segoe UI" panose="020B0502040204020203" pitchFamily="34" charset="0"/>
              </a:rPr>
              <a:t>) del submódulo de estadística de </a:t>
            </a:r>
            <a:r>
              <a:rPr lang="es-CO" sz="3000" b="1" noProof="0" dirty="0">
                <a:solidFill>
                  <a:schemeClr val="bg1">
                    <a:lumMod val="25000"/>
                  </a:schemeClr>
                </a:solidFill>
                <a:latin typeface="Segoe UI Semibold" panose="020B0702040204020203" pitchFamily="34" charset="0"/>
                <a:cs typeface="Segoe UI Semibold" panose="020B0702040204020203" pitchFamily="34" charset="0"/>
              </a:rPr>
              <a:t>Python</a:t>
            </a:r>
            <a:r>
              <a:rPr lang="es-CO" sz="3000" noProof="0" dirty="0">
                <a:solidFill>
                  <a:schemeClr val="bg1">
                    <a:lumMod val="25000"/>
                  </a:schemeClr>
                </a:solidFill>
                <a:latin typeface="Segoe UI" panose="020B0502040204020203" pitchFamily="34" charset="0"/>
                <a:cs typeface="Segoe UI" panose="020B0502040204020203" pitchFamily="34" charset="0"/>
              </a:rPr>
              <a:t> dentro de la biblioteca </a:t>
            </a:r>
            <a:r>
              <a:rPr lang="es-CO" sz="3000" b="1" noProof="0" dirty="0">
                <a:solidFill>
                  <a:schemeClr val="bg1">
                    <a:lumMod val="25000"/>
                  </a:schemeClr>
                </a:solidFill>
                <a:latin typeface="Segoe UI Semibold" panose="020B0702040204020203" pitchFamily="34" charset="0"/>
                <a:cs typeface="Segoe UI Semibold" panose="020B0702040204020203" pitchFamily="34" charset="0"/>
              </a:rPr>
              <a:t>SciPy</a:t>
            </a:r>
            <a:r>
              <a:rPr lang="es-CO" sz="3000" noProof="0" dirty="0">
                <a:solidFill>
                  <a:schemeClr val="bg1">
                    <a:lumMod val="25000"/>
                  </a:schemeClr>
                </a:solidFill>
                <a:latin typeface="Segoe UI" panose="020B0502040204020203" pitchFamily="34" charset="0"/>
                <a:cs typeface="Segoe UI" panose="020B0502040204020203" pitchFamily="34" charset="0"/>
              </a:rPr>
              <a:t>.</a:t>
            </a:r>
            <a:br>
              <a:rPr lang="es-CO" sz="3200" noProof="0" dirty="0">
                <a:solidFill>
                  <a:schemeClr val="bg1">
                    <a:lumMod val="25000"/>
                  </a:schemeClr>
                </a:solidFill>
                <a:latin typeface="Segoe UI" panose="020B0502040204020203" pitchFamily="34" charset="0"/>
                <a:cs typeface="Segoe UI" panose="020B0502040204020203" pitchFamily="34" charset="0"/>
              </a:rPr>
            </a:br>
            <a:r>
              <a:rPr lang="es-CO" sz="1800" noProof="0" dirty="0">
                <a:solidFill>
                  <a:schemeClr val="bg1">
                    <a:lumMod val="25000"/>
                  </a:schemeClr>
                </a:solidFill>
                <a:latin typeface="Segoe UI" panose="020B0502040204020203" pitchFamily="34" charset="0"/>
                <a:cs typeface="Segoe UI" panose="020B0502040204020203" pitchFamily="34" charset="0"/>
              </a:rPr>
              <a:t> </a:t>
            </a:r>
            <a:br>
              <a:rPr lang="es-CO" sz="3200" noProof="0" dirty="0">
                <a:solidFill>
                  <a:schemeClr val="bg1">
                    <a:lumMod val="25000"/>
                  </a:schemeClr>
                </a:solidFill>
                <a:latin typeface="Segoe UI" panose="020B0502040204020203" pitchFamily="34" charset="0"/>
                <a:cs typeface="Segoe UI" panose="020B0502040204020203" pitchFamily="34" charset="0"/>
              </a:rPr>
            </a:br>
            <a:r>
              <a:rPr lang="es-CO" sz="1800" noProof="0" dirty="0">
                <a:solidFill>
                  <a:schemeClr val="bg1">
                    <a:lumMod val="25000"/>
                  </a:schemeClr>
                </a:solidFill>
                <a:latin typeface="Segoe UI" panose="020B0502040204020203" pitchFamily="34" charset="0"/>
                <a:cs typeface="Segoe UI" panose="020B0502040204020203" pitchFamily="34" charset="0"/>
              </a:rPr>
              <a:t>Distribuciones (80 evaluadas + 80 log): </a:t>
            </a:r>
            <a:r>
              <a:rPr lang="es-CO" sz="1600" noProof="0" dirty="0">
                <a:solidFill>
                  <a:schemeClr val="bg1">
                    <a:lumMod val="25000"/>
                  </a:schemeClr>
                </a:solidFill>
                <a:latin typeface="Segoe UI" panose="020B0502040204020203" pitchFamily="34" charset="0"/>
                <a:cs typeface="Segoe UI" panose="020B0502040204020203" pitchFamily="34" charset="0"/>
              </a:rPr>
              <a:t>• </a:t>
            </a:r>
            <a:r>
              <a:rPr lang="es-CO" sz="1600" i="1" noProof="0" dirty="0">
                <a:solidFill>
                  <a:schemeClr val="bg1">
                    <a:lumMod val="25000"/>
                  </a:schemeClr>
                </a:solidFill>
                <a:latin typeface="Segoe UI" panose="020B0502040204020203" pitchFamily="34" charset="0"/>
                <a:cs typeface="Segoe UI" panose="020B0502040204020203" pitchFamily="34" charset="0"/>
              </a:rPr>
              <a:t>Alpha •Anglit •Arcsine •Argus •Beta •Beta prime •Bradford •Burr (Type III) •Burr (Type III) 12 •Cosine •Crystalball •Double gamma •Double Weibull •Erlang •Exponentially modified Normal •Exponential power •Exponentiated Weibull •F •Fatigue-life (Birnbaum-Saunders) •Fold Normal •Gamma •Gauss hypergeometric •Generalized exponential •Generalized exponential •Generalized gamma •Generalized half-logistic •Generalized logistic •Generalized Normal •Generalized Pareto •Gompertz (or truncated Gumbel) •Gumbel Left Skew •Gumbel Right Skew •Upper half of a generalized normal •Half-logistic •Half Normal •hyperbolic secant •Inverted gamma •Inverse Gaussian •Inverted Weibull •Johnson SB •Johnson Su •Kappa 3 •Kappa 4 •Kolmogorov-Smirnov one-sided test statistic distribution •Limiting distribution of scaled Kolmogorov-Smirnov two-sided test statistic •Laplace •Left-skewed Levy •Log gamma •Logistic (or Sech-squared) •Log-Laplace •Lomax (Pareto of the second kind) •Maxwell •Mielke Beta-Kappa / Dagum •Moyal •Nakagami •Non-central F distribution •Non-central Student’s t •Normal •Pearson type III •Power-function •Rayleigh •R-distributed (symmetric beta) •Rice •Semicircular •Skew normal •Student’s t •Trapezoid •Triangular •Truncated exponential •Truncated normal •Upper truncated Pareto •Doubly truncated Weibull minimum •Tukey-Lamdba •Uniform •Von Mises •Von Mises line •Wald •Weibull maximum •Weibull minimum •Wrapped Cauchy.</a:t>
            </a:r>
          </a:p>
        </p:txBody>
      </p:sp>
      <p:pic>
        <p:nvPicPr>
          <p:cNvPr id="6" name="Picture 5">
            <a:extLst>
              <a:ext uri="{FF2B5EF4-FFF2-40B4-BE49-F238E27FC236}">
                <a16:creationId xmlns:a16="http://schemas.microsoft.com/office/drawing/2014/main" id="{378582C4-DC5B-4F63-CAA3-E74E09409F59}"/>
              </a:ext>
            </a:extLst>
          </p:cNvPr>
          <p:cNvPicPr>
            <a:picLocks noChangeAspect="1"/>
          </p:cNvPicPr>
          <p:nvPr/>
        </p:nvPicPr>
        <p:blipFill>
          <a:blip r:embed="rId3"/>
          <a:srcRect l="8826" r="14692" b="35436"/>
          <a:stretch>
            <a:fillRect/>
          </a:stretch>
        </p:blipFill>
        <p:spPr>
          <a:xfrm>
            <a:off x="10270419" y="2186480"/>
            <a:ext cx="1608885" cy="1509712"/>
          </a:xfrm>
          <a:prstGeom prst="rect">
            <a:avLst/>
          </a:prstGeom>
        </p:spPr>
      </p:pic>
      <p:pic>
        <p:nvPicPr>
          <p:cNvPr id="9" name="Graphic 8">
            <a:extLst>
              <a:ext uri="{FF2B5EF4-FFF2-40B4-BE49-F238E27FC236}">
                <a16:creationId xmlns:a16="http://schemas.microsoft.com/office/drawing/2014/main" id="{6919065B-9D35-6AA0-1C02-F990E4BDA86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269037" y="4007146"/>
            <a:ext cx="1606557" cy="1606557"/>
          </a:xfrm>
          <a:prstGeom prst="rect">
            <a:avLst/>
          </a:prstGeom>
        </p:spPr>
      </p:pic>
      <p:pic>
        <p:nvPicPr>
          <p:cNvPr id="5" name="Imagen 4">
            <a:extLst>
              <a:ext uri="{FF2B5EF4-FFF2-40B4-BE49-F238E27FC236}">
                <a16:creationId xmlns:a16="http://schemas.microsoft.com/office/drawing/2014/main" id="{AFCA6D40-A6CA-1BD7-AC24-644AB09287D1}"/>
              </a:ext>
            </a:extLst>
          </p:cNvPr>
          <p:cNvPicPr>
            <a:picLocks noChangeAspect="1"/>
          </p:cNvPicPr>
          <p:nvPr/>
        </p:nvPicPr>
        <p:blipFill>
          <a:blip r:embed="rId5">
            <a:extLst>
              <a:ext uri="{28A0092B-C50C-407E-A947-70E740481C1C}">
                <a14:useLocalDpi xmlns:a14="http://schemas.microsoft.com/office/drawing/2010/main" val="0"/>
              </a:ext>
            </a:extLst>
          </a:blip>
          <a:srcRect b="84948"/>
          <a:stretch>
            <a:fillRect/>
          </a:stretch>
        </p:blipFill>
        <p:spPr>
          <a:xfrm>
            <a:off x="0" y="-16873"/>
            <a:ext cx="12192000" cy="1032252"/>
          </a:xfrm>
          <a:prstGeom prst="rect">
            <a:avLst/>
          </a:prstGeom>
        </p:spPr>
      </p:pic>
    </p:spTree>
    <p:extLst>
      <p:ext uri="{BB962C8B-B14F-4D97-AF65-F5344CB8AC3E}">
        <p14:creationId xmlns:p14="http://schemas.microsoft.com/office/powerpoint/2010/main" val="33506638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F2830F-2333-D67C-03FA-F4A9D84430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E27DA0-3BBC-69D0-962E-EB73A29EB282}"/>
              </a:ext>
            </a:extLst>
          </p:cNvPr>
          <p:cNvSpPr>
            <a:spLocks noGrp="1"/>
          </p:cNvSpPr>
          <p:nvPr>
            <p:ph type="title"/>
          </p:nvPr>
        </p:nvSpPr>
        <p:spPr>
          <a:xfrm>
            <a:off x="186421" y="1208241"/>
            <a:ext cx="6504891" cy="5381494"/>
          </a:xfrm>
        </p:spPr>
        <p:txBody>
          <a:bodyPr anchor="t" anchorCtr="0">
            <a:noAutofit/>
          </a:bodyPr>
          <a:lstStyle/>
          <a:p>
            <a:r>
              <a:rPr lang="es-CO" sz="3200" b="1" noProof="0" dirty="0">
                <a:solidFill>
                  <a:schemeClr val="bg1">
                    <a:lumMod val="25000"/>
                  </a:schemeClr>
                </a:solidFill>
                <a:latin typeface="Segoe UI Semibold" panose="020B0702040204020203" pitchFamily="34" charset="0"/>
                <a:cs typeface="Segoe UI Semibold" panose="020B0702040204020203" pitchFamily="34" charset="0"/>
              </a:rPr>
              <a:t>Funciones de Distribución Empíricas (EDF)</a:t>
            </a:r>
            <a:r>
              <a:rPr lang="es-CO" sz="3200" noProof="0" dirty="0">
                <a:solidFill>
                  <a:schemeClr val="bg1">
                    <a:lumMod val="25000"/>
                  </a:schemeClr>
                </a:solidFill>
                <a:latin typeface="Segoe UI Semibold" panose="020B0702040204020203" pitchFamily="34" charset="0"/>
                <a:cs typeface="Segoe UI Semibold" panose="020B0702040204020203" pitchFamily="34" charset="0"/>
              </a:rPr>
              <a:t> </a:t>
            </a:r>
            <a:r>
              <a:rPr lang="es-CO" sz="2000" noProof="0" dirty="0">
                <a:solidFill>
                  <a:schemeClr val="bg1">
                    <a:lumMod val="25000"/>
                  </a:schemeClr>
                </a:solidFill>
                <a:latin typeface="Segoe UI" panose="020B0502040204020203" pitchFamily="34" charset="0"/>
                <a:cs typeface="Segoe UI" panose="020B0502040204020203" pitchFamily="34" charset="0"/>
              </a:rPr>
              <a:t>(12 evaluadas)</a:t>
            </a:r>
            <a:br>
              <a:rPr lang="es-CO" sz="3200" noProof="0" dirty="0">
                <a:solidFill>
                  <a:schemeClr val="bg1">
                    <a:lumMod val="25000"/>
                  </a:schemeClr>
                </a:solidFill>
                <a:latin typeface="Segoe UI" panose="020B0502040204020203" pitchFamily="34" charset="0"/>
                <a:cs typeface="Segoe UI" panose="020B0502040204020203" pitchFamily="34" charset="0"/>
              </a:rPr>
            </a:br>
            <a:r>
              <a:rPr lang="es-CO" sz="2000" noProof="0" dirty="0">
                <a:solidFill>
                  <a:schemeClr val="bg1">
                    <a:lumMod val="25000"/>
                  </a:schemeClr>
                </a:solidFill>
                <a:latin typeface="Segoe UI" panose="020B0502040204020203" pitchFamily="34" charset="0"/>
                <a:cs typeface="Segoe UI" panose="020B0502040204020203" pitchFamily="34" charset="0"/>
              </a:rPr>
              <a:t> </a:t>
            </a:r>
            <a:br>
              <a:rPr lang="es-CO" sz="3200" noProof="0" dirty="0">
                <a:solidFill>
                  <a:schemeClr val="bg1">
                    <a:lumMod val="25000"/>
                  </a:schemeClr>
                </a:solidFill>
                <a:latin typeface="Segoe UI" panose="020B0502040204020203" pitchFamily="34" charset="0"/>
                <a:cs typeface="Segoe UI" panose="020B0502040204020203" pitchFamily="34" charset="0"/>
              </a:rPr>
            </a:br>
            <a:r>
              <a:rPr lang="es-CO" sz="3000" noProof="0" dirty="0">
                <a:solidFill>
                  <a:schemeClr val="bg1">
                    <a:lumMod val="25000"/>
                  </a:schemeClr>
                </a:solidFill>
                <a:latin typeface="Segoe UI" panose="020B0502040204020203" pitchFamily="34" charset="0"/>
                <a:cs typeface="Segoe UI" panose="020B0502040204020203" pitchFamily="34" charset="0"/>
              </a:rPr>
              <a:t>Es una estimación escalonada de una verdadera Función de Distribución Acumulada (CDF) basada en datos de muestra observados, que representa la proporción de puntos de datos menores o iguales a un valor dado.</a:t>
            </a:r>
            <a:br>
              <a:rPr lang="es-CO" sz="3200" noProof="0" dirty="0">
                <a:solidFill>
                  <a:schemeClr val="bg1">
                    <a:lumMod val="25000"/>
                  </a:schemeClr>
                </a:solidFill>
                <a:latin typeface="Segoe UI" panose="020B0502040204020203" pitchFamily="34" charset="0"/>
                <a:cs typeface="Segoe UI" panose="020B0502040204020203" pitchFamily="34" charset="0"/>
              </a:rPr>
            </a:br>
            <a:r>
              <a:rPr lang="es-CO" sz="2400" noProof="0" dirty="0">
                <a:solidFill>
                  <a:schemeClr val="bg1">
                    <a:lumMod val="25000"/>
                  </a:schemeClr>
                </a:solidFill>
                <a:latin typeface="Segoe UI" panose="020B0502040204020203" pitchFamily="34" charset="0"/>
                <a:cs typeface="Segoe UI" panose="020B0502040204020203" pitchFamily="34" charset="0"/>
              </a:rPr>
              <a:t> </a:t>
            </a:r>
            <a:br>
              <a:rPr lang="es-CO" sz="2400" noProof="0" dirty="0">
                <a:solidFill>
                  <a:schemeClr val="bg1">
                    <a:lumMod val="25000"/>
                  </a:schemeClr>
                </a:solidFill>
                <a:latin typeface="Segoe UI" panose="020B0502040204020203" pitchFamily="34" charset="0"/>
                <a:cs typeface="Segoe UI" panose="020B0502040204020203" pitchFamily="34" charset="0"/>
              </a:rPr>
            </a:br>
            <a:r>
              <a:rPr lang="es-CO" sz="2400" noProof="0" dirty="0">
                <a:solidFill>
                  <a:schemeClr val="bg1">
                    <a:lumMod val="25000"/>
                  </a:schemeClr>
                </a:solidFill>
                <a:latin typeface="Segoe UI" panose="020B0502040204020203" pitchFamily="34" charset="0"/>
                <a:cs typeface="Segoe UI" panose="020B0502040204020203" pitchFamily="34" charset="0"/>
              </a:rPr>
              <a:t>Se calcula con el tamaño total de la muestra (</a:t>
            </a:r>
            <a:r>
              <a:rPr lang="es-CO" sz="2400" i="1" noProof="0" dirty="0">
                <a:solidFill>
                  <a:schemeClr val="bg1">
                    <a:lumMod val="25000"/>
                  </a:schemeClr>
                </a:solidFill>
                <a:latin typeface="Segoe UI" panose="020B0502040204020203" pitchFamily="34" charset="0"/>
                <a:cs typeface="Segoe UI" panose="020B0502040204020203" pitchFamily="34" charset="0"/>
              </a:rPr>
              <a:t>n</a:t>
            </a:r>
            <a:r>
              <a:rPr lang="es-CO" sz="2400" noProof="0" dirty="0">
                <a:solidFill>
                  <a:schemeClr val="bg1">
                    <a:lumMod val="25000"/>
                  </a:schemeClr>
                </a:solidFill>
                <a:latin typeface="Segoe UI" panose="020B0502040204020203" pitchFamily="34" charset="0"/>
                <a:cs typeface="Segoe UI" panose="020B0502040204020203" pitchFamily="34" charset="0"/>
              </a:rPr>
              <a:t>) y el parámetro o número de orden (</a:t>
            </a:r>
            <a:r>
              <a:rPr lang="es-CO" sz="2400" i="1" noProof="0" dirty="0">
                <a:solidFill>
                  <a:schemeClr val="bg1">
                    <a:lumMod val="25000"/>
                  </a:schemeClr>
                </a:solidFill>
                <a:latin typeface="Segoe UI" panose="020B0502040204020203" pitchFamily="34" charset="0"/>
                <a:cs typeface="Segoe UI" panose="020B0502040204020203" pitchFamily="34" charset="0"/>
              </a:rPr>
              <a:t>m</a:t>
            </a:r>
            <a:r>
              <a:rPr lang="es-CO" sz="2400" noProof="0" dirty="0">
                <a:solidFill>
                  <a:schemeClr val="bg1">
                    <a:lumMod val="25000"/>
                  </a:schemeClr>
                </a:solidFill>
                <a:latin typeface="Segoe UI" panose="020B0502040204020203" pitchFamily="34" charset="0"/>
                <a:cs typeface="Segoe UI" panose="020B0502040204020203" pitchFamily="34" charset="0"/>
              </a:rPr>
              <a:t>) de cada dato, que significa la posición de </a:t>
            </a:r>
            <a:r>
              <a:rPr lang="es-CO" sz="2400" i="1" noProof="0" dirty="0">
                <a:solidFill>
                  <a:schemeClr val="bg1">
                    <a:lumMod val="25000"/>
                  </a:schemeClr>
                </a:solidFill>
                <a:latin typeface="Segoe UI" panose="020B0502040204020203" pitchFamily="34" charset="0"/>
                <a:cs typeface="Segoe UI" panose="020B0502040204020203" pitchFamily="34" charset="0"/>
              </a:rPr>
              <a:t>x</a:t>
            </a:r>
            <a:r>
              <a:rPr lang="es-CO" sz="2400" noProof="0" dirty="0">
                <a:solidFill>
                  <a:schemeClr val="bg1">
                    <a:lumMod val="25000"/>
                  </a:schemeClr>
                </a:solidFill>
                <a:latin typeface="Segoe UI" panose="020B0502040204020203" pitchFamily="34" charset="0"/>
                <a:cs typeface="Segoe UI" panose="020B0502040204020203" pitchFamily="34" charset="0"/>
              </a:rPr>
              <a:t> valores en una lista de orden ascendente.</a:t>
            </a:r>
            <a:endParaRPr lang="es-CO" sz="2400" i="1" noProof="0" dirty="0">
              <a:solidFill>
                <a:schemeClr val="bg1">
                  <a:lumMod val="25000"/>
                </a:schemeClr>
              </a:solidFill>
              <a:latin typeface="Segoe UI" panose="020B0502040204020203" pitchFamily="34" charset="0"/>
              <a:cs typeface="Segoe UI" panose="020B0502040204020203" pitchFamily="34" charset="0"/>
            </a:endParaRPr>
          </a:p>
        </p:txBody>
      </p:sp>
      <p:graphicFrame>
        <p:nvGraphicFramePr>
          <p:cNvPr id="3" name="Table 2">
            <a:extLst>
              <a:ext uri="{FF2B5EF4-FFF2-40B4-BE49-F238E27FC236}">
                <a16:creationId xmlns:a16="http://schemas.microsoft.com/office/drawing/2014/main" id="{E35C22F3-6E25-742C-4858-06FA14CEDA43}"/>
              </a:ext>
            </a:extLst>
          </p:cNvPr>
          <p:cNvGraphicFramePr>
            <a:graphicFrameLocks noGrp="1"/>
          </p:cNvGraphicFramePr>
          <p:nvPr>
            <p:extLst>
              <p:ext uri="{D42A27DB-BD31-4B8C-83A1-F6EECF244321}">
                <p14:modId xmlns:p14="http://schemas.microsoft.com/office/powerpoint/2010/main" val="2846476662"/>
              </p:ext>
            </p:extLst>
          </p:nvPr>
        </p:nvGraphicFramePr>
        <p:xfrm>
          <a:off x="6771387" y="683277"/>
          <a:ext cx="5162551" cy="5943471"/>
        </p:xfrm>
        <a:graphic>
          <a:graphicData uri="http://schemas.openxmlformats.org/drawingml/2006/table">
            <a:tbl>
              <a:tblPr firstRow="1" firstCol="1" bandRow="1">
                <a:tableStyleId>{7DF18680-E054-41AD-8BC1-D1AEF772440D}</a:tableStyleId>
              </a:tblPr>
              <a:tblGrid>
                <a:gridCol w="1819275">
                  <a:extLst>
                    <a:ext uri="{9D8B030D-6E8A-4147-A177-3AD203B41FA5}">
                      <a16:colId xmlns:a16="http://schemas.microsoft.com/office/drawing/2014/main" val="3370971528"/>
                    </a:ext>
                  </a:extLst>
                </a:gridCol>
                <a:gridCol w="652463">
                  <a:extLst>
                    <a:ext uri="{9D8B030D-6E8A-4147-A177-3AD203B41FA5}">
                      <a16:colId xmlns:a16="http://schemas.microsoft.com/office/drawing/2014/main" val="2861348791"/>
                    </a:ext>
                  </a:extLst>
                </a:gridCol>
                <a:gridCol w="2690813">
                  <a:extLst>
                    <a:ext uri="{9D8B030D-6E8A-4147-A177-3AD203B41FA5}">
                      <a16:colId xmlns:a16="http://schemas.microsoft.com/office/drawing/2014/main" val="2186664698"/>
                    </a:ext>
                  </a:extLst>
                </a:gridCol>
              </a:tblGrid>
              <a:tr h="451893">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EDF</a:t>
                      </a:r>
                      <a:endParaRPr lang="es-CO" sz="1600" b="0" noProof="0" dirty="0">
                        <a:effectLst/>
                        <a:latin typeface="Segoe UI" panose="020B0502040204020203" pitchFamily="34" charset="0"/>
                        <a:ea typeface="Times New Roman" panose="02020603050405020304" pitchFamily="18" charset="0"/>
                        <a:cs typeface="Segoe UI" panose="020B0502040204020203" pitchFamily="34" charset="0"/>
                      </a:endParaRPr>
                    </a:p>
                  </a:txBody>
                  <a:tcPr marL="39499" marR="39499" marT="0" marB="0" anchor="ctr"/>
                </a:tc>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Año</a:t>
                      </a:r>
                      <a:endParaRPr lang="es-CO" sz="1600" b="0" noProof="0" dirty="0">
                        <a:effectLst/>
                        <a:latin typeface="Segoe UI" panose="020B0502040204020203" pitchFamily="34" charset="0"/>
                        <a:ea typeface="Times New Roman" panose="02020603050405020304" pitchFamily="18" charset="0"/>
                        <a:cs typeface="Segoe UI" panose="020B0502040204020203" pitchFamily="34" charset="0"/>
                      </a:endParaRPr>
                    </a:p>
                  </a:txBody>
                  <a:tcPr marL="39499" marR="39499" marT="0" marB="0" anchor="ctr"/>
                </a:tc>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Ecuación</a:t>
                      </a:r>
                      <a:endParaRPr lang="es-CO" sz="1600" b="0" noProof="0" dirty="0">
                        <a:effectLst/>
                        <a:latin typeface="Segoe UI" panose="020B0502040204020203" pitchFamily="34" charset="0"/>
                        <a:ea typeface="Times New Roman" panose="02020603050405020304" pitchFamily="18" charset="0"/>
                        <a:cs typeface="Segoe UI" panose="020B0502040204020203" pitchFamily="34" charset="0"/>
                      </a:endParaRPr>
                    </a:p>
                  </a:txBody>
                  <a:tcPr marL="39499" marR="39499" marT="0" marB="0" anchor="ctr"/>
                </a:tc>
                <a:extLst>
                  <a:ext uri="{0D108BD9-81ED-4DB2-BD59-A6C34878D82A}">
                    <a16:rowId xmlns:a16="http://schemas.microsoft.com/office/drawing/2014/main" val="3690405358"/>
                  </a:ext>
                </a:extLst>
              </a:tr>
              <a:tr h="451893">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EDF California</a:t>
                      </a:r>
                      <a:endParaRPr lang="es-CO" sz="1600" b="0" noProof="0" dirty="0">
                        <a:effectLst/>
                        <a:latin typeface="Segoe UI" panose="020B0502040204020203" pitchFamily="34" charset="0"/>
                        <a:ea typeface="Times New Roman" panose="02020603050405020304" pitchFamily="18" charset="0"/>
                        <a:cs typeface="Segoe UI" panose="020B0502040204020203" pitchFamily="34" charset="0"/>
                      </a:endParaRPr>
                    </a:p>
                  </a:txBody>
                  <a:tcPr marL="39499" marR="39499" marT="0" marB="0" anchor="ctr"/>
                </a:tc>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1923</a:t>
                      </a:r>
                      <a:endParaRPr lang="es-CO" sz="1600" b="0" noProof="0" dirty="0">
                        <a:effectLst/>
                        <a:latin typeface="Segoe UI" panose="020B0502040204020203" pitchFamily="34" charset="0"/>
                        <a:ea typeface="Times New Roman" panose="02020603050405020304" pitchFamily="18" charset="0"/>
                        <a:cs typeface="Segoe UI" panose="020B0502040204020203" pitchFamily="34" charset="0"/>
                      </a:endParaRPr>
                    </a:p>
                  </a:txBody>
                  <a:tcPr marL="39499" marR="39499" marT="0" marB="0" anchor="ctr"/>
                </a:tc>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P=m/n</a:t>
                      </a:r>
                    </a:p>
                  </a:txBody>
                  <a:tcPr marL="39499" marR="39499" marT="0" marB="0" anchor="ctr"/>
                </a:tc>
                <a:extLst>
                  <a:ext uri="{0D108BD9-81ED-4DB2-BD59-A6C34878D82A}">
                    <a16:rowId xmlns:a16="http://schemas.microsoft.com/office/drawing/2014/main" val="910157287"/>
                  </a:ext>
                </a:extLst>
              </a:tr>
              <a:tr h="451893">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EDF Hazen</a:t>
                      </a:r>
                      <a:endParaRPr lang="es-CO" sz="1600" b="0" noProof="0" dirty="0">
                        <a:effectLst/>
                        <a:latin typeface="Segoe UI" panose="020B0502040204020203" pitchFamily="34" charset="0"/>
                        <a:ea typeface="Times New Roman" panose="02020603050405020304" pitchFamily="18" charset="0"/>
                        <a:cs typeface="Segoe UI" panose="020B0502040204020203" pitchFamily="34" charset="0"/>
                      </a:endParaRPr>
                    </a:p>
                  </a:txBody>
                  <a:tcPr marL="39499" marR="39499" marT="0" marB="0" anchor="ctr"/>
                </a:tc>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1930</a:t>
                      </a:r>
                      <a:endParaRPr lang="es-CO" sz="1600" b="0" noProof="0" dirty="0">
                        <a:effectLst/>
                        <a:latin typeface="Segoe UI" panose="020B0502040204020203" pitchFamily="34" charset="0"/>
                        <a:ea typeface="Times New Roman" panose="02020603050405020304" pitchFamily="18" charset="0"/>
                        <a:cs typeface="Segoe UI" panose="020B0502040204020203" pitchFamily="34" charset="0"/>
                      </a:endParaRPr>
                    </a:p>
                  </a:txBody>
                  <a:tcPr marL="39499" marR="39499" marT="0" marB="0" anchor="ctr"/>
                </a:tc>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P=(m−0.5)/n</a:t>
                      </a:r>
                    </a:p>
                  </a:txBody>
                  <a:tcPr marL="39499" marR="39499" marT="0" marB="0" anchor="ctr"/>
                </a:tc>
                <a:extLst>
                  <a:ext uri="{0D108BD9-81ED-4DB2-BD59-A6C34878D82A}">
                    <a16:rowId xmlns:a16="http://schemas.microsoft.com/office/drawing/2014/main" val="1755352067"/>
                  </a:ext>
                </a:extLst>
              </a:tr>
              <a:tr h="451893">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EDF Weibull</a:t>
                      </a:r>
                      <a:endParaRPr lang="es-CO" sz="1600" b="0" noProof="0" dirty="0">
                        <a:effectLst/>
                        <a:latin typeface="Segoe UI" panose="020B0502040204020203" pitchFamily="34" charset="0"/>
                        <a:ea typeface="Times New Roman" panose="02020603050405020304" pitchFamily="18" charset="0"/>
                        <a:cs typeface="Segoe UI" panose="020B0502040204020203" pitchFamily="34" charset="0"/>
                      </a:endParaRPr>
                    </a:p>
                  </a:txBody>
                  <a:tcPr marL="39499" marR="39499" marT="0" marB="0" anchor="ctr"/>
                </a:tc>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1939</a:t>
                      </a:r>
                      <a:endParaRPr lang="es-CO" sz="1600" b="0" noProof="0" dirty="0">
                        <a:effectLst/>
                        <a:latin typeface="Segoe UI" panose="020B0502040204020203" pitchFamily="34" charset="0"/>
                        <a:ea typeface="Times New Roman" panose="02020603050405020304" pitchFamily="18" charset="0"/>
                        <a:cs typeface="Segoe UI" panose="020B0502040204020203" pitchFamily="34" charset="0"/>
                      </a:endParaRPr>
                    </a:p>
                  </a:txBody>
                  <a:tcPr marL="39499" marR="39499" marT="0" marB="0" anchor="ctr"/>
                </a:tc>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P=m/(n+1)</a:t>
                      </a:r>
                    </a:p>
                  </a:txBody>
                  <a:tcPr marL="39499" marR="39499" marT="0" marB="0" anchor="ctr"/>
                </a:tc>
                <a:extLst>
                  <a:ext uri="{0D108BD9-81ED-4DB2-BD59-A6C34878D82A}">
                    <a16:rowId xmlns:a16="http://schemas.microsoft.com/office/drawing/2014/main" val="4213476926"/>
                  </a:ext>
                </a:extLst>
              </a:tr>
              <a:tr h="451893">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EDF Beard</a:t>
                      </a:r>
                      <a:endParaRPr lang="es-CO" sz="1600" b="0" noProof="0" dirty="0">
                        <a:effectLst/>
                        <a:latin typeface="Segoe UI" panose="020B0502040204020203" pitchFamily="34" charset="0"/>
                        <a:ea typeface="Times New Roman" panose="02020603050405020304" pitchFamily="18" charset="0"/>
                        <a:cs typeface="Segoe UI" panose="020B0502040204020203" pitchFamily="34" charset="0"/>
                      </a:endParaRPr>
                    </a:p>
                  </a:txBody>
                  <a:tcPr marL="39499" marR="39499" marT="0" marB="0" anchor="ctr"/>
                </a:tc>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1943</a:t>
                      </a:r>
                      <a:endParaRPr lang="es-CO" sz="1600" b="0" noProof="0" dirty="0">
                        <a:effectLst/>
                        <a:latin typeface="Segoe UI" panose="020B0502040204020203" pitchFamily="34" charset="0"/>
                        <a:ea typeface="Times New Roman" panose="02020603050405020304" pitchFamily="18" charset="0"/>
                        <a:cs typeface="Segoe UI" panose="020B0502040204020203" pitchFamily="34" charset="0"/>
                      </a:endParaRPr>
                    </a:p>
                  </a:txBody>
                  <a:tcPr marL="39499" marR="39499" marT="0" marB="0" anchor="ctr"/>
                </a:tc>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P=(m−0.31)/(n+0.38)</a:t>
                      </a:r>
                    </a:p>
                  </a:txBody>
                  <a:tcPr marL="39499" marR="39499" marT="0" marB="0" anchor="ctr"/>
                </a:tc>
                <a:extLst>
                  <a:ext uri="{0D108BD9-81ED-4DB2-BD59-A6C34878D82A}">
                    <a16:rowId xmlns:a16="http://schemas.microsoft.com/office/drawing/2014/main" val="4265820257"/>
                  </a:ext>
                </a:extLst>
              </a:tr>
              <a:tr h="451893">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EDF Chegodayev</a:t>
                      </a:r>
                      <a:endParaRPr lang="es-CO" sz="1600" b="0" noProof="0" dirty="0">
                        <a:effectLst/>
                        <a:latin typeface="Segoe UI" panose="020B0502040204020203" pitchFamily="34" charset="0"/>
                        <a:ea typeface="Times New Roman" panose="02020603050405020304" pitchFamily="18" charset="0"/>
                        <a:cs typeface="Segoe UI" panose="020B0502040204020203" pitchFamily="34" charset="0"/>
                      </a:endParaRPr>
                    </a:p>
                  </a:txBody>
                  <a:tcPr marL="39499" marR="39499" marT="0" marB="0" anchor="ctr"/>
                </a:tc>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1955</a:t>
                      </a:r>
                      <a:endParaRPr lang="es-CO" sz="1600" b="0" noProof="0" dirty="0">
                        <a:effectLst/>
                        <a:latin typeface="Segoe UI" panose="020B0502040204020203" pitchFamily="34" charset="0"/>
                        <a:ea typeface="Times New Roman" panose="02020603050405020304" pitchFamily="18" charset="0"/>
                        <a:cs typeface="Segoe UI" panose="020B0502040204020203" pitchFamily="34" charset="0"/>
                      </a:endParaRPr>
                    </a:p>
                  </a:txBody>
                  <a:tcPr marL="39499" marR="39499" marT="0" marB="0" anchor="ctr"/>
                </a:tc>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P=(m−b)/(n+1−2b)</a:t>
                      </a:r>
                    </a:p>
                  </a:txBody>
                  <a:tcPr marL="39499" marR="39499" marT="0" marB="0" anchor="ctr"/>
                </a:tc>
                <a:extLst>
                  <a:ext uri="{0D108BD9-81ED-4DB2-BD59-A6C34878D82A}">
                    <a16:rowId xmlns:a16="http://schemas.microsoft.com/office/drawing/2014/main" val="274835038"/>
                  </a:ext>
                </a:extLst>
              </a:tr>
              <a:tr h="451893">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EDF Blom</a:t>
                      </a:r>
                      <a:endParaRPr lang="es-CO" sz="1600" b="0" noProof="0" dirty="0">
                        <a:effectLst/>
                        <a:latin typeface="Segoe UI" panose="020B0502040204020203" pitchFamily="34" charset="0"/>
                        <a:ea typeface="Times New Roman" panose="02020603050405020304" pitchFamily="18" charset="0"/>
                        <a:cs typeface="Segoe UI" panose="020B0502040204020203" pitchFamily="34" charset="0"/>
                      </a:endParaRPr>
                    </a:p>
                  </a:txBody>
                  <a:tcPr marL="39499" marR="39499" marT="0" marB="0" anchor="ctr"/>
                </a:tc>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1958</a:t>
                      </a:r>
                      <a:endParaRPr lang="es-CO" sz="1600" b="0" noProof="0" dirty="0">
                        <a:effectLst/>
                        <a:latin typeface="Segoe UI" panose="020B0502040204020203" pitchFamily="34" charset="0"/>
                        <a:ea typeface="Times New Roman" panose="02020603050405020304" pitchFamily="18" charset="0"/>
                        <a:cs typeface="Segoe UI" panose="020B0502040204020203" pitchFamily="34" charset="0"/>
                      </a:endParaRPr>
                    </a:p>
                  </a:txBody>
                  <a:tcPr marL="39499" marR="39499" marT="0" marB="0" anchor="ctr"/>
                </a:tc>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P=(m−a)/(n+1−2a)</a:t>
                      </a:r>
                    </a:p>
                  </a:txBody>
                  <a:tcPr marL="39499" marR="39499" marT="0" marB="0" anchor="ctr"/>
                </a:tc>
                <a:extLst>
                  <a:ext uri="{0D108BD9-81ED-4DB2-BD59-A6C34878D82A}">
                    <a16:rowId xmlns:a16="http://schemas.microsoft.com/office/drawing/2014/main" val="3210172692"/>
                  </a:ext>
                </a:extLst>
              </a:tr>
              <a:tr h="451893">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EDF Tukey</a:t>
                      </a:r>
                      <a:endParaRPr lang="es-CO" sz="1600" b="0" noProof="0" dirty="0">
                        <a:effectLst/>
                        <a:latin typeface="Segoe UI" panose="020B0502040204020203" pitchFamily="34" charset="0"/>
                        <a:ea typeface="Times New Roman" panose="02020603050405020304" pitchFamily="18" charset="0"/>
                        <a:cs typeface="Segoe UI" panose="020B0502040204020203" pitchFamily="34" charset="0"/>
                      </a:endParaRPr>
                    </a:p>
                  </a:txBody>
                  <a:tcPr marL="39499" marR="39499" marT="0" marB="0" anchor="ctr"/>
                </a:tc>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1962</a:t>
                      </a:r>
                      <a:endParaRPr lang="es-CO" sz="1600" b="0" noProof="0" dirty="0">
                        <a:effectLst/>
                        <a:latin typeface="Segoe UI" panose="020B0502040204020203" pitchFamily="34" charset="0"/>
                        <a:ea typeface="Times New Roman" panose="02020603050405020304" pitchFamily="18" charset="0"/>
                        <a:cs typeface="Segoe UI" panose="020B0502040204020203" pitchFamily="34" charset="0"/>
                      </a:endParaRPr>
                    </a:p>
                  </a:txBody>
                  <a:tcPr marL="39499" marR="39499" marT="0" marB="0" anchor="ctr"/>
                </a:tc>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P=(m−c)/(n+1−2c)</a:t>
                      </a:r>
                    </a:p>
                  </a:txBody>
                  <a:tcPr marL="39499" marR="39499" marT="0" marB="0" anchor="ctr"/>
                </a:tc>
                <a:extLst>
                  <a:ext uri="{0D108BD9-81ED-4DB2-BD59-A6C34878D82A}">
                    <a16:rowId xmlns:a16="http://schemas.microsoft.com/office/drawing/2014/main" val="3423518961"/>
                  </a:ext>
                </a:extLst>
              </a:tr>
              <a:tr h="451893">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EDF Gringorten</a:t>
                      </a:r>
                      <a:endParaRPr lang="es-CO" sz="1600" b="0" noProof="0" dirty="0">
                        <a:effectLst/>
                        <a:latin typeface="Segoe UI" panose="020B0502040204020203" pitchFamily="34" charset="0"/>
                        <a:ea typeface="Times New Roman" panose="02020603050405020304" pitchFamily="18" charset="0"/>
                        <a:cs typeface="Segoe UI" panose="020B0502040204020203" pitchFamily="34" charset="0"/>
                      </a:endParaRPr>
                    </a:p>
                  </a:txBody>
                  <a:tcPr marL="39499" marR="39499" marT="0" marB="0" anchor="ctr"/>
                </a:tc>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1963</a:t>
                      </a:r>
                      <a:endParaRPr lang="es-CO" sz="1600" b="0" noProof="0" dirty="0">
                        <a:effectLst/>
                        <a:latin typeface="Segoe UI" panose="020B0502040204020203" pitchFamily="34" charset="0"/>
                        <a:ea typeface="Times New Roman" panose="02020603050405020304" pitchFamily="18" charset="0"/>
                        <a:cs typeface="Segoe UI" panose="020B0502040204020203" pitchFamily="34" charset="0"/>
                      </a:endParaRPr>
                    </a:p>
                  </a:txBody>
                  <a:tcPr marL="39499" marR="39499" marT="0" marB="0" anchor="ctr"/>
                </a:tc>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P=(m−a)/(n+1−2a)</a:t>
                      </a:r>
                    </a:p>
                  </a:txBody>
                  <a:tcPr marL="39499" marR="39499" marT="0" marB="0" anchor="ctr"/>
                </a:tc>
                <a:extLst>
                  <a:ext uri="{0D108BD9-81ED-4DB2-BD59-A6C34878D82A}">
                    <a16:rowId xmlns:a16="http://schemas.microsoft.com/office/drawing/2014/main" val="1908966553"/>
                  </a:ext>
                </a:extLst>
              </a:tr>
              <a:tr h="520755">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EDF Filliben</a:t>
                      </a:r>
                      <a:endParaRPr lang="es-CO" sz="1600" b="0" noProof="0" dirty="0">
                        <a:effectLst/>
                        <a:latin typeface="Segoe UI" panose="020B0502040204020203" pitchFamily="34" charset="0"/>
                        <a:ea typeface="Times New Roman" panose="02020603050405020304" pitchFamily="18" charset="0"/>
                        <a:cs typeface="Segoe UI" panose="020B0502040204020203" pitchFamily="34" charset="0"/>
                      </a:endParaRPr>
                    </a:p>
                  </a:txBody>
                  <a:tcPr marL="39499" marR="39499" marT="0" marB="0" anchor="ctr"/>
                </a:tc>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1975</a:t>
                      </a:r>
                      <a:endParaRPr lang="es-CO" sz="1600" b="0" noProof="0" dirty="0">
                        <a:effectLst/>
                        <a:latin typeface="Segoe UI" panose="020B0502040204020203" pitchFamily="34" charset="0"/>
                        <a:ea typeface="Times New Roman" panose="02020603050405020304" pitchFamily="18" charset="0"/>
                        <a:cs typeface="Segoe UI" panose="020B0502040204020203" pitchFamily="34" charset="0"/>
                      </a:endParaRPr>
                    </a:p>
                  </a:txBody>
                  <a:tcPr marL="39499" marR="39499" marT="0" marB="0" anchor="ctr"/>
                </a:tc>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P=(m−0.3175)/(n+0.365)</a:t>
                      </a:r>
                    </a:p>
                  </a:txBody>
                  <a:tcPr marL="39499" marR="39499" marT="0" marB="0" anchor="ctr"/>
                </a:tc>
                <a:extLst>
                  <a:ext uri="{0D108BD9-81ED-4DB2-BD59-A6C34878D82A}">
                    <a16:rowId xmlns:a16="http://schemas.microsoft.com/office/drawing/2014/main" val="1101634277"/>
                  </a:ext>
                </a:extLst>
              </a:tr>
              <a:tr h="451893">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EDF Jenkinson</a:t>
                      </a:r>
                      <a:endParaRPr lang="es-CO" sz="1600" b="0" noProof="0" dirty="0">
                        <a:effectLst/>
                        <a:latin typeface="Segoe UI" panose="020B0502040204020203" pitchFamily="34" charset="0"/>
                        <a:ea typeface="Times New Roman" panose="02020603050405020304" pitchFamily="18" charset="0"/>
                        <a:cs typeface="Segoe UI" panose="020B0502040204020203" pitchFamily="34" charset="0"/>
                      </a:endParaRPr>
                    </a:p>
                  </a:txBody>
                  <a:tcPr marL="39499" marR="39499" marT="0" marB="0" anchor="ctr"/>
                </a:tc>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1977</a:t>
                      </a:r>
                      <a:endParaRPr lang="es-CO" sz="1600" b="0" noProof="0" dirty="0">
                        <a:effectLst/>
                        <a:latin typeface="Segoe UI" panose="020B0502040204020203" pitchFamily="34" charset="0"/>
                        <a:ea typeface="Times New Roman" panose="02020603050405020304" pitchFamily="18" charset="0"/>
                        <a:cs typeface="Segoe UI" panose="020B0502040204020203" pitchFamily="34" charset="0"/>
                      </a:endParaRPr>
                    </a:p>
                  </a:txBody>
                  <a:tcPr marL="39499" marR="39499" marT="0" marB="0" anchor="ctr"/>
                </a:tc>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P=(m−a)/(n+b)</a:t>
                      </a:r>
                      <a:endParaRPr lang="es-CO" sz="1600" b="0" noProof="0" dirty="0">
                        <a:effectLst/>
                        <a:latin typeface="Segoe UI" panose="020B0502040204020203" pitchFamily="34" charset="0"/>
                        <a:ea typeface="Times New Roman" panose="02020603050405020304" pitchFamily="18" charset="0"/>
                        <a:cs typeface="Segoe UI" panose="020B0502040204020203" pitchFamily="34" charset="0"/>
                      </a:endParaRPr>
                    </a:p>
                  </a:txBody>
                  <a:tcPr marL="39499" marR="39499" marT="0" marB="0" anchor="ctr"/>
                </a:tc>
                <a:extLst>
                  <a:ext uri="{0D108BD9-81ED-4DB2-BD59-A6C34878D82A}">
                    <a16:rowId xmlns:a16="http://schemas.microsoft.com/office/drawing/2014/main" val="412965114"/>
                  </a:ext>
                </a:extLst>
              </a:tr>
              <a:tr h="451893">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EDF Cunnane</a:t>
                      </a:r>
                      <a:endParaRPr lang="es-CO" sz="1600" b="0" noProof="0" dirty="0">
                        <a:effectLst/>
                        <a:latin typeface="Segoe UI" panose="020B0502040204020203" pitchFamily="34" charset="0"/>
                        <a:ea typeface="Times New Roman" panose="02020603050405020304" pitchFamily="18" charset="0"/>
                        <a:cs typeface="Segoe UI" panose="020B0502040204020203" pitchFamily="34" charset="0"/>
                      </a:endParaRPr>
                    </a:p>
                  </a:txBody>
                  <a:tcPr marL="39499" marR="39499" marT="0" marB="0" anchor="ctr"/>
                </a:tc>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1978</a:t>
                      </a:r>
                      <a:endParaRPr lang="es-CO" sz="1600" b="0" noProof="0" dirty="0">
                        <a:effectLst/>
                        <a:latin typeface="Segoe UI" panose="020B0502040204020203" pitchFamily="34" charset="0"/>
                        <a:ea typeface="Times New Roman" panose="02020603050405020304" pitchFamily="18" charset="0"/>
                        <a:cs typeface="Segoe UI" panose="020B0502040204020203" pitchFamily="34" charset="0"/>
                      </a:endParaRPr>
                    </a:p>
                  </a:txBody>
                  <a:tcPr marL="39499" marR="39499" marT="0" marB="0" anchor="ctr"/>
                </a:tc>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P=(m−b)/(n+1−2b)</a:t>
                      </a:r>
                      <a:endParaRPr lang="es-CO" sz="1600" b="0" noProof="0" dirty="0">
                        <a:effectLst/>
                        <a:latin typeface="Segoe UI" panose="020B0502040204020203" pitchFamily="34" charset="0"/>
                        <a:ea typeface="Times New Roman" panose="02020603050405020304" pitchFamily="18" charset="0"/>
                        <a:cs typeface="Segoe UI" panose="020B0502040204020203" pitchFamily="34" charset="0"/>
                      </a:endParaRPr>
                    </a:p>
                  </a:txBody>
                  <a:tcPr marL="39499" marR="39499" marT="0" marB="0" anchor="ctr"/>
                </a:tc>
                <a:extLst>
                  <a:ext uri="{0D108BD9-81ED-4DB2-BD59-A6C34878D82A}">
                    <a16:rowId xmlns:a16="http://schemas.microsoft.com/office/drawing/2014/main" val="3833936200"/>
                  </a:ext>
                </a:extLst>
              </a:tr>
              <a:tr h="451893">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EDF Adamowski</a:t>
                      </a:r>
                      <a:endParaRPr lang="es-CO" sz="1600" b="0" noProof="0" dirty="0">
                        <a:effectLst/>
                        <a:latin typeface="Segoe UI" panose="020B0502040204020203" pitchFamily="34" charset="0"/>
                        <a:ea typeface="Times New Roman" panose="02020603050405020304" pitchFamily="18" charset="0"/>
                        <a:cs typeface="Segoe UI" panose="020B0502040204020203" pitchFamily="34" charset="0"/>
                      </a:endParaRPr>
                    </a:p>
                  </a:txBody>
                  <a:tcPr marL="39499" marR="39499" marT="0" marB="0" anchor="ctr"/>
                </a:tc>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1981</a:t>
                      </a:r>
                      <a:endParaRPr lang="es-CO" sz="1600" b="0" noProof="0" dirty="0">
                        <a:effectLst/>
                        <a:latin typeface="Segoe UI" panose="020B0502040204020203" pitchFamily="34" charset="0"/>
                        <a:ea typeface="Times New Roman" panose="02020603050405020304" pitchFamily="18" charset="0"/>
                        <a:cs typeface="Segoe UI" panose="020B0502040204020203" pitchFamily="34" charset="0"/>
                      </a:endParaRPr>
                    </a:p>
                  </a:txBody>
                  <a:tcPr marL="39499" marR="39499" marT="0" marB="0" anchor="ctr"/>
                </a:tc>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P=(m−0.25)/(n+0.5)</a:t>
                      </a:r>
                      <a:endParaRPr lang="es-CO" sz="1600" b="0" noProof="0" dirty="0">
                        <a:effectLst/>
                        <a:latin typeface="Segoe UI" panose="020B0502040204020203" pitchFamily="34" charset="0"/>
                        <a:ea typeface="Times New Roman" panose="02020603050405020304" pitchFamily="18" charset="0"/>
                        <a:cs typeface="Segoe UI" panose="020B0502040204020203" pitchFamily="34" charset="0"/>
                      </a:endParaRPr>
                    </a:p>
                  </a:txBody>
                  <a:tcPr marL="39499" marR="39499" marT="0" marB="0" anchor="ctr"/>
                </a:tc>
                <a:extLst>
                  <a:ext uri="{0D108BD9-81ED-4DB2-BD59-A6C34878D82A}">
                    <a16:rowId xmlns:a16="http://schemas.microsoft.com/office/drawing/2014/main" val="143140362"/>
                  </a:ext>
                </a:extLst>
              </a:tr>
            </a:tbl>
          </a:graphicData>
        </a:graphic>
      </p:graphicFrame>
      <p:pic>
        <p:nvPicPr>
          <p:cNvPr id="6" name="Imagen 4">
            <a:extLst>
              <a:ext uri="{FF2B5EF4-FFF2-40B4-BE49-F238E27FC236}">
                <a16:creationId xmlns:a16="http://schemas.microsoft.com/office/drawing/2014/main" id="{C3C260FA-DEC0-83EE-F1FC-633402596F40}"/>
              </a:ext>
            </a:extLst>
          </p:cNvPr>
          <p:cNvPicPr>
            <a:picLocks noChangeAspect="1"/>
          </p:cNvPicPr>
          <p:nvPr/>
        </p:nvPicPr>
        <p:blipFill>
          <a:blip r:embed="rId3">
            <a:extLst>
              <a:ext uri="{28A0092B-C50C-407E-A947-70E740481C1C}">
                <a14:useLocalDpi xmlns:a14="http://schemas.microsoft.com/office/drawing/2010/main" val="0"/>
              </a:ext>
            </a:extLst>
          </a:blip>
          <a:srcRect b="84948"/>
          <a:stretch>
            <a:fillRect/>
          </a:stretch>
        </p:blipFill>
        <p:spPr>
          <a:xfrm>
            <a:off x="0" y="-16873"/>
            <a:ext cx="12192000" cy="1032252"/>
          </a:xfrm>
          <a:prstGeom prst="rect">
            <a:avLst/>
          </a:prstGeom>
        </p:spPr>
      </p:pic>
    </p:spTree>
    <p:extLst>
      <p:ext uri="{BB962C8B-B14F-4D97-AF65-F5344CB8AC3E}">
        <p14:creationId xmlns:p14="http://schemas.microsoft.com/office/powerpoint/2010/main" val="25822591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E9171-34D1-BF55-E9BE-5840533C30FC}"/>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6956E589-2074-032A-442B-CD5603A8B13F}"/>
              </a:ext>
            </a:extLst>
          </p:cNvPr>
          <p:cNvPicPr>
            <a:picLocks noChangeAspect="1"/>
          </p:cNvPicPr>
          <p:nvPr/>
        </p:nvPicPr>
        <p:blipFill>
          <a:blip r:embed="rId3"/>
          <a:stretch>
            <a:fillRect/>
          </a:stretch>
        </p:blipFill>
        <p:spPr>
          <a:xfrm>
            <a:off x="5731566" y="0"/>
            <a:ext cx="6460434" cy="6858000"/>
          </a:xfrm>
          <a:prstGeom prst="rect">
            <a:avLst/>
          </a:prstGeom>
        </p:spPr>
      </p:pic>
      <p:sp>
        <p:nvSpPr>
          <p:cNvPr id="2" name="Title 1">
            <a:extLst>
              <a:ext uri="{FF2B5EF4-FFF2-40B4-BE49-F238E27FC236}">
                <a16:creationId xmlns:a16="http://schemas.microsoft.com/office/drawing/2014/main" id="{CB08CF64-86A7-87AC-EA88-E2894164161D}"/>
              </a:ext>
            </a:extLst>
          </p:cNvPr>
          <p:cNvSpPr>
            <a:spLocks noGrp="1"/>
          </p:cNvSpPr>
          <p:nvPr>
            <p:ph type="title"/>
          </p:nvPr>
        </p:nvSpPr>
        <p:spPr>
          <a:xfrm>
            <a:off x="249741" y="1451016"/>
            <a:ext cx="6988884" cy="4535758"/>
          </a:xfrm>
        </p:spPr>
        <p:txBody>
          <a:bodyPr anchor="t" anchorCtr="0">
            <a:noAutofit/>
          </a:bodyPr>
          <a:lstStyle/>
          <a:p>
            <a:r>
              <a:rPr lang="es-CO" sz="3200" b="1" noProof="0" dirty="0">
                <a:solidFill>
                  <a:schemeClr val="bg1">
                    <a:lumMod val="25000"/>
                  </a:schemeClr>
                </a:solidFill>
                <a:latin typeface="Segoe UI Semibold" panose="020B0702040204020203" pitchFamily="34" charset="0"/>
                <a:cs typeface="Segoe UI Semibold" panose="020B0702040204020203" pitchFamily="34" charset="0"/>
              </a:rPr>
              <a:t>Análisis de mejor ajuste</a:t>
            </a:r>
            <a:br>
              <a:rPr lang="es-CO" sz="3200" noProof="0" dirty="0">
                <a:solidFill>
                  <a:schemeClr val="bg1">
                    <a:lumMod val="25000"/>
                  </a:schemeClr>
                </a:solidFill>
                <a:latin typeface="Segoe UI" panose="020B0502040204020203" pitchFamily="34" charset="0"/>
                <a:cs typeface="Segoe UI" panose="020B0502040204020203" pitchFamily="34" charset="0"/>
              </a:rPr>
            </a:br>
            <a:r>
              <a:rPr lang="es-CO" sz="2000" noProof="0" dirty="0">
                <a:solidFill>
                  <a:schemeClr val="bg1">
                    <a:lumMod val="25000"/>
                  </a:schemeClr>
                </a:solidFill>
                <a:latin typeface="Segoe UI" panose="020B0502040204020203" pitchFamily="34" charset="0"/>
                <a:cs typeface="Segoe UI" panose="020B0502040204020203" pitchFamily="34" charset="0"/>
              </a:rPr>
              <a:t> </a:t>
            </a:r>
            <a:br>
              <a:rPr lang="es-CO" sz="3200" noProof="0" dirty="0">
                <a:solidFill>
                  <a:schemeClr val="bg1">
                    <a:lumMod val="25000"/>
                  </a:schemeClr>
                </a:solidFill>
                <a:latin typeface="Segoe UI" panose="020B0502040204020203" pitchFamily="34" charset="0"/>
                <a:cs typeface="Segoe UI" panose="020B0502040204020203" pitchFamily="34" charset="0"/>
              </a:rPr>
            </a:br>
            <a:r>
              <a:rPr lang="es-CO" sz="3000" noProof="0" dirty="0">
                <a:solidFill>
                  <a:schemeClr val="bg1">
                    <a:lumMod val="25000"/>
                  </a:schemeClr>
                </a:solidFill>
                <a:latin typeface="Segoe UI" panose="020B0502040204020203" pitchFamily="34" charset="0"/>
                <a:cs typeface="Segoe UI" panose="020B0502040204020203" pitchFamily="34" charset="0"/>
              </a:rPr>
              <a:t>Tras filtrar la base inicial de 594 a 264 estaciones, considerando una longitud de registros (</a:t>
            </a:r>
            <a:r>
              <a:rPr lang="es-CO" sz="3000" i="1" noProof="0" dirty="0">
                <a:solidFill>
                  <a:schemeClr val="bg1">
                    <a:lumMod val="25000"/>
                  </a:schemeClr>
                </a:solidFill>
                <a:latin typeface="Segoe UI" panose="020B0502040204020203" pitchFamily="34" charset="0"/>
                <a:cs typeface="Segoe UI" panose="020B0502040204020203" pitchFamily="34" charset="0"/>
              </a:rPr>
              <a:t>n</a:t>
            </a:r>
            <a:r>
              <a:rPr lang="es-CO" sz="3000" noProof="0" dirty="0">
                <a:solidFill>
                  <a:schemeClr val="bg1">
                    <a:lumMod val="25000"/>
                  </a:schemeClr>
                </a:solidFill>
                <a:latin typeface="Segoe UI" panose="020B0502040204020203" pitchFamily="34" charset="0"/>
                <a:cs typeface="Segoe UI" panose="020B0502040204020203" pitchFamily="34" charset="0"/>
              </a:rPr>
              <a:t>) mayor o igual a 8 años, se realizaron 506880* pruebas de ajuste, para luego realizar la evaluación consolidada a nivel regional por áreas hidrográficas.</a:t>
            </a:r>
            <a:br>
              <a:rPr lang="es-CO" sz="3200" noProof="0" dirty="0">
                <a:solidFill>
                  <a:schemeClr val="bg1">
                    <a:lumMod val="25000"/>
                  </a:schemeClr>
                </a:solidFill>
                <a:latin typeface="Segoe UI" panose="020B0502040204020203" pitchFamily="34" charset="0"/>
                <a:cs typeface="Segoe UI" panose="020B0502040204020203" pitchFamily="34" charset="0"/>
              </a:rPr>
            </a:br>
            <a:r>
              <a:rPr lang="es-CO" sz="2000" noProof="0" dirty="0">
                <a:solidFill>
                  <a:schemeClr val="bg1">
                    <a:lumMod val="25000"/>
                  </a:schemeClr>
                </a:solidFill>
                <a:latin typeface="Segoe UI" panose="020B0502040204020203" pitchFamily="34" charset="0"/>
                <a:cs typeface="Segoe UI" panose="020B0502040204020203" pitchFamily="34" charset="0"/>
              </a:rPr>
              <a:t> </a:t>
            </a:r>
            <a:br>
              <a:rPr lang="es-CO" sz="3200" noProof="0" dirty="0">
                <a:solidFill>
                  <a:schemeClr val="bg1">
                    <a:lumMod val="25000"/>
                  </a:schemeClr>
                </a:solidFill>
                <a:latin typeface="Segoe UI" panose="020B0502040204020203" pitchFamily="34" charset="0"/>
                <a:cs typeface="Segoe UI" panose="020B0502040204020203" pitchFamily="34" charset="0"/>
              </a:rPr>
            </a:br>
            <a:r>
              <a:rPr lang="es-CO" sz="1600" noProof="0" dirty="0">
                <a:solidFill>
                  <a:schemeClr val="bg1">
                    <a:lumMod val="25000"/>
                  </a:schemeClr>
                </a:solidFill>
                <a:latin typeface="Segoe UI" panose="020B0502040204020203" pitchFamily="34" charset="0"/>
                <a:cs typeface="Segoe UI" panose="020B0502040204020203" pitchFamily="34" charset="0"/>
              </a:rPr>
              <a:t>*264 estaciones x 12 funciones empíricas (EDF) x 160 distribuciones de probabilidad (PDF y log-PDF)</a:t>
            </a:r>
            <a:endParaRPr lang="es-CO" sz="2000" i="1" noProof="0" dirty="0">
              <a:solidFill>
                <a:schemeClr val="bg1">
                  <a:lumMod val="25000"/>
                </a:schemeClr>
              </a:solidFill>
              <a:latin typeface="Segoe UI" panose="020B0502040204020203" pitchFamily="34" charset="0"/>
              <a:cs typeface="Segoe UI" panose="020B0502040204020203" pitchFamily="34" charset="0"/>
            </a:endParaRPr>
          </a:p>
        </p:txBody>
      </p:sp>
      <p:pic>
        <p:nvPicPr>
          <p:cNvPr id="5" name="Picture 4">
            <a:extLst>
              <a:ext uri="{FF2B5EF4-FFF2-40B4-BE49-F238E27FC236}">
                <a16:creationId xmlns:a16="http://schemas.microsoft.com/office/drawing/2014/main" id="{2D31DA04-1950-8F53-23DA-E64A31B8A359}"/>
              </a:ext>
            </a:extLst>
          </p:cNvPr>
          <p:cNvPicPr>
            <a:picLocks noChangeAspect="1"/>
          </p:cNvPicPr>
          <p:nvPr/>
        </p:nvPicPr>
        <p:blipFill>
          <a:blip r:embed="rId4">
            <a:lum bright="70000" contrast="-70000"/>
          </a:blip>
          <a:stretch>
            <a:fillRect/>
          </a:stretch>
        </p:blipFill>
        <p:spPr>
          <a:xfrm>
            <a:off x="11228479" y="4961129"/>
            <a:ext cx="644335" cy="644335"/>
          </a:xfrm>
          <a:prstGeom prst="rect">
            <a:avLst/>
          </a:prstGeom>
        </p:spPr>
      </p:pic>
      <p:pic>
        <p:nvPicPr>
          <p:cNvPr id="7" name="Imagen 4">
            <a:extLst>
              <a:ext uri="{FF2B5EF4-FFF2-40B4-BE49-F238E27FC236}">
                <a16:creationId xmlns:a16="http://schemas.microsoft.com/office/drawing/2014/main" id="{8BA1516B-52B2-8EA8-05C8-75339B636CAA}"/>
              </a:ext>
            </a:extLst>
          </p:cNvPr>
          <p:cNvPicPr>
            <a:picLocks noChangeAspect="1"/>
          </p:cNvPicPr>
          <p:nvPr/>
        </p:nvPicPr>
        <p:blipFill>
          <a:blip r:embed="rId5">
            <a:extLst>
              <a:ext uri="{28A0092B-C50C-407E-A947-70E740481C1C}">
                <a14:useLocalDpi xmlns:a14="http://schemas.microsoft.com/office/drawing/2010/main" val="0"/>
              </a:ext>
            </a:extLst>
          </a:blip>
          <a:srcRect b="84948"/>
          <a:stretch>
            <a:fillRect/>
          </a:stretch>
        </p:blipFill>
        <p:spPr>
          <a:xfrm>
            <a:off x="0" y="-16873"/>
            <a:ext cx="12192000" cy="1032252"/>
          </a:xfrm>
          <a:prstGeom prst="rect">
            <a:avLst/>
          </a:prstGeom>
        </p:spPr>
      </p:pic>
    </p:spTree>
    <p:extLst>
      <p:ext uri="{BB962C8B-B14F-4D97-AF65-F5344CB8AC3E}">
        <p14:creationId xmlns:p14="http://schemas.microsoft.com/office/powerpoint/2010/main" val="22807743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CAEF5-76F7-51CE-8D45-0F24980AB5B8}"/>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46DD0B78-C6D7-E5A1-C246-1257CF352A7A}"/>
              </a:ext>
            </a:extLst>
          </p:cNvPr>
          <p:cNvPicPr>
            <a:picLocks noChangeAspect="1"/>
          </p:cNvPicPr>
          <p:nvPr/>
        </p:nvPicPr>
        <p:blipFill>
          <a:blip r:embed="rId3"/>
          <a:stretch>
            <a:fillRect/>
          </a:stretch>
        </p:blipFill>
        <p:spPr>
          <a:xfrm>
            <a:off x="6211285" y="0"/>
            <a:ext cx="5980715" cy="6858000"/>
          </a:xfrm>
          <a:prstGeom prst="rect">
            <a:avLst/>
          </a:prstGeom>
        </p:spPr>
      </p:pic>
      <p:graphicFrame>
        <p:nvGraphicFramePr>
          <p:cNvPr id="7" name="Table 6">
            <a:extLst>
              <a:ext uri="{FF2B5EF4-FFF2-40B4-BE49-F238E27FC236}">
                <a16:creationId xmlns:a16="http://schemas.microsoft.com/office/drawing/2014/main" id="{8629E2BA-58FD-386D-980B-1E8E8B9C1B39}"/>
              </a:ext>
            </a:extLst>
          </p:cNvPr>
          <p:cNvGraphicFramePr>
            <a:graphicFrameLocks noGrp="1"/>
          </p:cNvGraphicFramePr>
          <p:nvPr>
            <p:extLst>
              <p:ext uri="{D42A27DB-BD31-4B8C-83A1-F6EECF244321}">
                <p14:modId xmlns:p14="http://schemas.microsoft.com/office/powerpoint/2010/main" val="2686593867"/>
              </p:ext>
            </p:extLst>
          </p:nvPr>
        </p:nvGraphicFramePr>
        <p:xfrm>
          <a:off x="1121168" y="4750599"/>
          <a:ext cx="4808394" cy="1937892"/>
        </p:xfrm>
        <a:graphic>
          <a:graphicData uri="http://schemas.openxmlformats.org/drawingml/2006/table">
            <a:tbl>
              <a:tblPr>
                <a:tableStyleId>{5940675A-B579-460E-94D1-54222C63F5DA}</a:tableStyleId>
              </a:tblPr>
              <a:tblGrid>
                <a:gridCol w="2722622">
                  <a:extLst>
                    <a:ext uri="{9D8B030D-6E8A-4147-A177-3AD203B41FA5}">
                      <a16:colId xmlns:a16="http://schemas.microsoft.com/office/drawing/2014/main" val="1764956473"/>
                    </a:ext>
                  </a:extLst>
                </a:gridCol>
                <a:gridCol w="1247947">
                  <a:extLst>
                    <a:ext uri="{9D8B030D-6E8A-4147-A177-3AD203B41FA5}">
                      <a16:colId xmlns:a16="http://schemas.microsoft.com/office/drawing/2014/main" val="4134403807"/>
                    </a:ext>
                  </a:extLst>
                </a:gridCol>
                <a:gridCol w="837825">
                  <a:extLst>
                    <a:ext uri="{9D8B030D-6E8A-4147-A177-3AD203B41FA5}">
                      <a16:colId xmlns:a16="http://schemas.microsoft.com/office/drawing/2014/main" val="1180026941"/>
                    </a:ext>
                  </a:extLst>
                </a:gridCol>
              </a:tblGrid>
              <a:tr h="145431">
                <a:tc>
                  <a:txBody>
                    <a:bodyPr/>
                    <a:lstStyle/>
                    <a:p>
                      <a:pPr algn="ctr">
                        <a:buNone/>
                      </a:pPr>
                      <a:r>
                        <a:rPr lang="es-CO" sz="1800" b="0" noProof="0" dirty="0">
                          <a:solidFill>
                            <a:srgbClr val="FFFFFF"/>
                          </a:solidFill>
                          <a:effectLst/>
                          <a:latin typeface="Segoe UI" panose="020B0502040204020203" pitchFamily="34" charset="0"/>
                          <a:cs typeface="Segoe UI" panose="020B0502040204020203" pitchFamily="34" charset="0"/>
                        </a:rPr>
                        <a:t>Área Hidrográfica (AH)</a:t>
                      </a:r>
                    </a:p>
                  </a:txBody>
                  <a:tcPr marL="52717" marR="52717" marT="24331" marB="24331" anchor="ctr">
                    <a:solidFill>
                      <a:schemeClr val="bg1">
                        <a:lumMod val="50000"/>
                      </a:schemeClr>
                    </a:solidFill>
                  </a:tcPr>
                </a:tc>
                <a:tc>
                  <a:txBody>
                    <a:bodyPr/>
                    <a:lstStyle/>
                    <a:p>
                      <a:pPr algn="ctr">
                        <a:buNone/>
                      </a:pPr>
                      <a:r>
                        <a:rPr lang="es-CO" sz="1800" b="0" noProof="0" dirty="0">
                          <a:solidFill>
                            <a:srgbClr val="FFFFFF"/>
                          </a:solidFill>
                          <a:effectLst/>
                          <a:latin typeface="Segoe UI" panose="020B0502040204020203" pitchFamily="34" charset="0"/>
                          <a:cs typeface="Segoe UI" panose="020B0502040204020203" pitchFamily="34" charset="0"/>
                        </a:rPr>
                        <a:t>Estaciones</a:t>
                      </a:r>
                    </a:p>
                  </a:txBody>
                  <a:tcPr marL="52717" marR="52717" marT="24331" marB="24331" anchor="ctr">
                    <a:solidFill>
                      <a:schemeClr val="bg1">
                        <a:lumMod val="50000"/>
                      </a:schemeClr>
                    </a:solidFill>
                  </a:tcPr>
                </a:tc>
                <a:tc>
                  <a:txBody>
                    <a:bodyPr/>
                    <a:lstStyle/>
                    <a:p>
                      <a:pPr algn="ctr">
                        <a:buNone/>
                      </a:pPr>
                      <a:r>
                        <a:rPr lang="es-CO" sz="1800" b="0" noProof="0" dirty="0">
                          <a:solidFill>
                            <a:srgbClr val="FFFFFF"/>
                          </a:solidFill>
                          <a:effectLst/>
                          <a:latin typeface="Segoe UI" panose="020B0502040204020203" pitchFamily="34" charset="0"/>
                          <a:cs typeface="Segoe UI" panose="020B0502040204020203" pitchFamily="34" charset="0"/>
                        </a:rPr>
                        <a:t>%</a:t>
                      </a:r>
                    </a:p>
                  </a:txBody>
                  <a:tcPr marL="52717" marR="52717" marT="24331" marB="24331" anchor="ctr">
                    <a:solidFill>
                      <a:schemeClr val="bg1">
                        <a:lumMod val="50000"/>
                      </a:schemeClr>
                    </a:solidFill>
                  </a:tcPr>
                </a:tc>
                <a:extLst>
                  <a:ext uri="{0D108BD9-81ED-4DB2-BD59-A6C34878D82A}">
                    <a16:rowId xmlns:a16="http://schemas.microsoft.com/office/drawing/2014/main" val="2848822606"/>
                  </a:ext>
                </a:extLst>
              </a:tr>
              <a:tr h="92715">
                <a:tc>
                  <a:txBody>
                    <a:bodyPr/>
                    <a:lstStyle/>
                    <a:p>
                      <a:pPr algn="ctr">
                        <a:buNone/>
                      </a:pPr>
                      <a:r>
                        <a:rPr lang="es-CO" sz="1800" b="0" noProof="0" dirty="0">
                          <a:effectLst/>
                          <a:latin typeface="Segoe UI" panose="020B0502040204020203" pitchFamily="34" charset="0"/>
                          <a:cs typeface="Segoe UI" panose="020B0502040204020203" pitchFamily="34" charset="0"/>
                        </a:rPr>
                        <a:t>Magdalena Cauca</a:t>
                      </a:r>
                    </a:p>
                  </a:txBody>
                  <a:tcPr marL="52717" marR="52717" marT="24331" marB="24331" anchor="ctr">
                    <a:solidFill>
                      <a:schemeClr val="bg1">
                        <a:lumMod val="90000"/>
                      </a:schemeClr>
                    </a:solidFill>
                  </a:tcPr>
                </a:tc>
                <a:tc>
                  <a:txBody>
                    <a:bodyPr/>
                    <a:lstStyle/>
                    <a:p>
                      <a:pPr algn="ctr">
                        <a:buNone/>
                      </a:pPr>
                      <a:r>
                        <a:rPr lang="es-CO" sz="1800" b="0" noProof="0" dirty="0">
                          <a:effectLst/>
                          <a:latin typeface="Segoe UI" panose="020B0502040204020203" pitchFamily="34" charset="0"/>
                          <a:cs typeface="Segoe UI" panose="020B0502040204020203" pitchFamily="34" charset="0"/>
                        </a:rPr>
                        <a:t>171</a:t>
                      </a:r>
                    </a:p>
                  </a:txBody>
                  <a:tcPr marL="52717" marR="52717" marT="24331" marB="24331" anchor="ctr"/>
                </a:tc>
                <a:tc>
                  <a:txBody>
                    <a:bodyPr/>
                    <a:lstStyle/>
                    <a:p>
                      <a:pPr algn="ctr">
                        <a:buNone/>
                      </a:pPr>
                      <a:r>
                        <a:rPr lang="es-CO" sz="1800" b="0" noProof="0" dirty="0">
                          <a:effectLst/>
                          <a:latin typeface="Segoe UI" panose="020B0502040204020203" pitchFamily="34" charset="0"/>
                          <a:cs typeface="Segoe UI" panose="020B0502040204020203" pitchFamily="34" charset="0"/>
                        </a:rPr>
                        <a:t>64.77</a:t>
                      </a:r>
                    </a:p>
                  </a:txBody>
                  <a:tcPr marL="52717" marR="52717" marT="24331" marB="24331" anchor="ctr"/>
                </a:tc>
                <a:extLst>
                  <a:ext uri="{0D108BD9-81ED-4DB2-BD59-A6C34878D82A}">
                    <a16:rowId xmlns:a16="http://schemas.microsoft.com/office/drawing/2014/main" val="1276047979"/>
                  </a:ext>
                </a:extLst>
              </a:tr>
              <a:tr h="0">
                <a:tc>
                  <a:txBody>
                    <a:bodyPr/>
                    <a:lstStyle/>
                    <a:p>
                      <a:pPr algn="ctr">
                        <a:buNone/>
                      </a:pPr>
                      <a:r>
                        <a:rPr lang="es-CO" sz="1800" b="0" noProof="0" dirty="0">
                          <a:effectLst/>
                          <a:latin typeface="Segoe UI" panose="020B0502040204020203" pitchFamily="34" charset="0"/>
                          <a:cs typeface="Segoe UI" panose="020B0502040204020203" pitchFamily="34" charset="0"/>
                        </a:rPr>
                        <a:t>Caribe</a:t>
                      </a:r>
                    </a:p>
                  </a:txBody>
                  <a:tcPr marL="52717" marR="52717" marT="24331" marB="24331" anchor="ctr">
                    <a:solidFill>
                      <a:schemeClr val="bg1">
                        <a:lumMod val="90000"/>
                      </a:schemeClr>
                    </a:solidFill>
                  </a:tcPr>
                </a:tc>
                <a:tc>
                  <a:txBody>
                    <a:bodyPr/>
                    <a:lstStyle/>
                    <a:p>
                      <a:pPr algn="ctr">
                        <a:buNone/>
                      </a:pPr>
                      <a:r>
                        <a:rPr lang="es-CO" sz="1800" b="0" noProof="0" dirty="0">
                          <a:effectLst/>
                          <a:latin typeface="Segoe UI" panose="020B0502040204020203" pitchFamily="34" charset="0"/>
                          <a:cs typeface="Segoe UI" panose="020B0502040204020203" pitchFamily="34" charset="0"/>
                        </a:rPr>
                        <a:t>41</a:t>
                      </a:r>
                    </a:p>
                  </a:txBody>
                  <a:tcPr marL="52717" marR="52717" marT="24331" marB="24331" anchor="ctr"/>
                </a:tc>
                <a:tc>
                  <a:txBody>
                    <a:bodyPr/>
                    <a:lstStyle/>
                    <a:p>
                      <a:pPr algn="ctr">
                        <a:buNone/>
                      </a:pPr>
                      <a:r>
                        <a:rPr lang="es-CO" sz="1800" b="0" noProof="0" dirty="0">
                          <a:effectLst/>
                          <a:latin typeface="Segoe UI" panose="020B0502040204020203" pitchFamily="34" charset="0"/>
                          <a:cs typeface="Segoe UI" panose="020B0502040204020203" pitchFamily="34" charset="0"/>
                        </a:rPr>
                        <a:t>15.53</a:t>
                      </a:r>
                    </a:p>
                  </a:txBody>
                  <a:tcPr marL="52717" marR="52717" marT="24331" marB="24331" anchor="ctr"/>
                </a:tc>
                <a:extLst>
                  <a:ext uri="{0D108BD9-81ED-4DB2-BD59-A6C34878D82A}">
                    <a16:rowId xmlns:a16="http://schemas.microsoft.com/office/drawing/2014/main" val="3192268589"/>
                  </a:ext>
                </a:extLst>
              </a:tr>
              <a:tr h="282239">
                <a:tc>
                  <a:txBody>
                    <a:bodyPr/>
                    <a:lstStyle/>
                    <a:p>
                      <a:pPr algn="ctr">
                        <a:buNone/>
                      </a:pPr>
                      <a:r>
                        <a:rPr lang="es-CO" sz="1800" b="0" noProof="0" dirty="0">
                          <a:effectLst/>
                          <a:latin typeface="Segoe UI" panose="020B0502040204020203" pitchFamily="34" charset="0"/>
                          <a:cs typeface="Segoe UI" panose="020B0502040204020203" pitchFamily="34" charset="0"/>
                        </a:rPr>
                        <a:t>Orinoco</a:t>
                      </a:r>
                    </a:p>
                  </a:txBody>
                  <a:tcPr marL="52717" marR="52717" marT="24331" marB="24331" anchor="ctr">
                    <a:solidFill>
                      <a:schemeClr val="bg1">
                        <a:lumMod val="90000"/>
                      </a:schemeClr>
                    </a:solidFill>
                  </a:tcPr>
                </a:tc>
                <a:tc>
                  <a:txBody>
                    <a:bodyPr/>
                    <a:lstStyle/>
                    <a:p>
                      <a:pPr algn="ctr">
                        <a:buNone/>
                      </a:pPr>
                      <a:r>
                        <a:rPr lang="es-CO" sz="1800" b="0" noProof="0" dirty="0">
                          <a:effectLst/>
                          <a:latin typeface="Segoe UI" panose="020B0502040204020203" pitchFamily="34" charset="0"/>
                          <a:cs typeface="Segoe UI" panose="020B0502040204020203" pitchFamily="34" charset="0"/>
                        </a:rPr>
                        <a:t>32</a:t>
                      </a:r>
                    </a:p>
                  </a:txBody>
                  <a:tcPr marL="52717" marR="52717" marT="24331" marB="24331" anchor="ctr"/>
                </a:tc>
                <a:tc>
                  <a:txBody>
                    <a:bodyPr/>
                    <a:lstStyle/>
                    <a:p>
                      <a:pPr algn="ctr">
                        <a:buNone/>
                      </a:pPr>
                      <a:r>
                        <a:rPr lang="es-CO" sz="1800" b="0" noProof="0" dirty="0">
                          <a:effectLst/>
                          <a:latin typeface="Segoe UI" panose="020B0502040204020203" pitchFamily="34" charset="0"/>
                          <a:cs typeface="Segoe UI" panose="020B0502040204020203" pitchFamily="34" charset="0"/>
                        </a:rPr>
                        <a:t>12.12</a:t>
                      </a:r>
                    </a:p>
                  </a:txBody>
                  <a:tcPr marL="52717" marR="52717" marT="24331" marB="24331" anchor="ctr"/>
                </a:tc>
                <a:extLst>
                  <a:ext uri="{0D108BD9-81ED-4DB2-BD59-A6C34878D82A}">
                    <a16:rowId xmlns:a16="http://schemas.microsoft.com/office/drawing/2014/main" val="4103371581"/>
                  </a:ext>
                </a:extLst>
              </a:tr>
              <a:tr h="282239">
                <a:tc>
                  <a:txBody>
                    <a:bodyPr/>
                    <a:lstStyle/>
                    <a:p>
                      <a:pPr algn="ctr">
                        <a:buNone/>
                      </a:pPr>
                      <a:r>
                        <a:rPr lang="es-CO" sz="1800" b="0" noProof="0" dirty="0">
                          <a:effectLst/>
                          <a:latin typeface="Segoe UI" panose="020B0502040204020203" pitchFamily="34" charset="0"/>
                          <a:cs typeface="Segoe UI" panose="020B0502040204020203" pitchFamily="34" charset="0"/>
                        </a:rPr>
                        <a:t>Pacifico</a:t>
                      </a:r>
                    </a:p>
                  </a:txBody>
                  <a:tcPr marL="52717" marR="52717" marT="24331" marB="24331" anchor="ctr">
                    <a:solidFill>
                      <a:schemeClr val="bg1">
                        <a:lumMod val="90000"/>
                      </a:schemeClr>
                    </a:solidFill>
                  </a:tcPr>
                </a:tc>
                <a:tc>
                  <a:txBody>
                    <a:bodyPr/>
                    <a:lstStyle/>
                    <a:p>
                      <a:pPr algn="ctr">
                        <a:buNone/>
                      </a:pPr>
                      <a:r>
                        <a:rPr lang="es-CO" sz="1800" b="0" noProof="0" dirty="0">
                          <a:effectLst/>
                          <a:latin typeface="Segoe UI" panose="020B0502040204020203" pitchFamily="34" charset="0"/>
                          <a:cs typeface="Segoe UI" panose="020B0502040204020203" pitchFamily="34" charset="0"/>
                        </a:rPr>
                        <a:t>13</a:t>
                      </a:r>
                    </a:p>
                  </a:txBody>
                  <a:tcPr marL="52717" marR="52717" marT="24331" marB="24331" anchor="ctr"/>
                </a:tc>
                <a:tc>
                  <a:txBody>
                    <a:bodyPr/>
                    <a:lstStyle/>
                    <a:p>
                      <a:pPr algn="ctr">
                        <a:buNone/>
                      </a:pPr>
                      <a:r>
                        <a:rPr lang="es-CO" sz="1800" b="0" noProof="0" dirty="0">
                          <a:effectLst/>
                          <a:latin typeface="Segoe UI" panose="020B0502040204020203" pitchFamily="34" charset="0"/>
                          <a:cs typeface="Segoe UI" panose="020B0502040204020203" pitchFamily="34" charset="0"/>
                        </a:rPr>
                        <a:t>4.92</a:t>
                      </a:r>
                    </a:p>
                  </a:txBody>
                  <a:tcPr marL="52717" marR="52717" marT="24331" marB="24331" anchor="ctr"/>
                </a:tc>
                <a:extLst>
                  <a:ext uri="{0D108BD9-81ED-4DB2-BD59-A6C34878D82A}">
                    <a16:rowId xmlns:a16="http://schemas.microsoft.com/office/drawing/2014/main" val="797714109"/>
                  </a:ext>
                </a:extLst>
              </a:tr>
              <a:tr h="282239">
                <a:tc>
                  <a:txBody>
                    <a:bodyPr/>
                    <a:lstStyle/>
                    <a:p>
                      <a:pPr algn="ctr">
                        <a:buNone/>
                      </a:pPr>
                      <a:r>
                        <a:rPr lang="es-CO" sz="1800" b="0" noProof="0" dirty="0">
                          <a:effectLst/>
                          <a:latin typeface="Segoe UI" panose="020B0502040204020203" pitchFamily="34" charset="0"/>
                          <a:cs typeface="Segoe UI" panose="020B0502040204020203" pitchFamily="34" charset="0"/>
                        </a:rPr>
                        <a:t>Amazonas</a:t>
                      </a:r>
                    </a:p>
                  </a:txBody>
                  <a:tcPr marL="52717" marR="52717" marT="24331" marB="24331" anchor="ctr">
                    <a:solidFill>
                      <a:schemeClr val="bg1">
                        <a:lumMod val="90000"/>
                      </a:schemeClr>
                    </a:solidFill>
                  </a:tcPr>
                </a:tc>
                <a:tc>
                  <a:txBody>
                    <a:bodyPr/>
                    <a:lstStyle/>
                    <a:p>
                      <a:pPr algn="ctr">
                        <a:buNone/>
                      </a:pPr>
                      <a:r>
                        <a:rPr lang="es-CO" sz="1800" b="0" noProof="0" dirty="0">
                          <a:effectLst/>
                          <a:latin typeface="Segoe UI" panose="020B0502040204020203" pitchFamily="34" charset="0"/>
                          <a:cs typeface="Segoe UI" panose="020B0502040204020203" pitchFamily="34" charset="0"/>
                        </a:rPr>
                        <a:t>7</a:t>
                      </a:r>
                    </a:p>
                  </a:txBody>
                  <a:tcPr marL="52717" marR="52717" marT="24331" marB="24331" anchor="ctr"/>
                </a:tc>
                <a:tc>
                  <a:txBody>
                    <a:bodyPr/>
                    <a:lstStyle/>
                    <a:p>
                      <a:pPr algn="ctr">
                        <a:buNone/>
                      </a:pPr>
                      <a:r>
                        <a:rPr lang="es-CO" sz="1800" b="0" noProof="0" dirty="0">
                          <a:effectLst/>
                          <a:latin typeface="Segoe UI" panose="020B0502040204020203" pitchFamily="34" charset="0"/>
                          <a:cs typeface="Segoe UI" panose="020B0502040204020203" pitchFamily="34" charset="0"/>
                        </a:rPr>
                        <a:t>2.65</a:t>
                      </a:r>
                    </a:p>
                  </a:txBody>
                  <a:tcPr marL="52717" marR="52717" marT="24331" marB="24331" anchor="ctr"/>
                </a:tc>
                <a:extLst>
                  <a:ext uri="{0D108BD9-81ED-4DB2-BD59-A6C34878D82A}">
                    <a16:rowId xmlns:a16="http://schemas.microsoft.com/office/drawing/2014/main" val="2345061283"/>
                  </a:ext>
                </a:extLst>
              </a:tr>
            </a:tbl>
          </a:graphicData>
        </a:graphic>
      </p:graphicFrame>
      <p:pic>
        <p:nvPicPr>
          <p:cNvPr id="12" name="Picture 11" descr="R.HydroTools">
            <a:extLst>
              <a:ext uri="{FF2B5EF4-FFF2-40B4-BE49-F238E27FC236}">
                <a16:creationId xmlns:a16="http://schemas.microsoft.com/office/drawing/2014/main" id="{FCD1944E-0CD7-48BE-17EB-75F9C54DDBA1}"/>
              </a:ext>
            </a:extLst>
          </p:cNvPr>
          <p:cNvPicPr>
            <a:picLocks noChangeAspect="1"/>
          </p:cNvPicPr>
          <p:nvPr/>
        </p:nvPicPr>
        <p:blipFill>
          <a:blip r:embed="rId4"/>
          <a:stretch>
            <a:fillRect/>
          </a:stretch>
        </p:blipFill>
        <p:spPr>
          <a:xfrm>
            <a:off x="513340" y="923690"/>
            <a:ext cx="6159967" cy="3695980"/>
          </a:xfrm>
          <a:prstGeom prst="roundRect">
            <a:avLst>
              <a:gd name="adj" fmla="val 3291"/>
            </a:avLst>
          </a:prstGeom>
        </p:spPr>
      </p:pic>
      <p:sp>
        <p:nvSpPr>
          <p:cNvPr id="14" name="TextBox 13">
            <a:extLst>
              <a:ext uri="{FF2B5EF4-FFF2-40B4-BE49-F238E27FC236}">
                <a16:creationId xmlns:a16="http://schemas.microsoft.com/office/drawing/2014/main" id="{D8488675-7821-33A4-3B0F-528BE9C5D1CF}"/>
              </a:ext>
            </a:extLst>
          </p:cNvPr>
          <p:cNvSpPr txBox="1"/>
          <p:nvPr/>
        </p:nvSpPr>
        <p:spPr>
          <a:xfrm>
            <a:off x="4044339" y="1246571"/>
            <a:ext cx="2419590" cy="1384995"/>
          </a:xfrm>
          <a:prstGeom prst="rect">
            <a:avLst/>
          </a:prstGeom>
          <a:noFill/>
        </p:spPr>
        <p:txBody>
          <a:bodyPr wrap="square">
            <a:spAutoFit/>
          </a:bodyPr>
          <a:lstStyle/>
          <a:p>
            <a:pPr algn="ctr"/>
            <a:r>
              <a:rPr lang="es-CO" sz="1400" noProof="0" dirty="0">
                <a:latin typeface="+mj-lt"/>
                <a:cs typeface="Segoe UI" panose="020B0502040204020203" pitchFamily="34" charset="0"/>
              </a:rPr>
              <a:t>Gráfico de conteo de número de datos (</a:t>
            </a:r>
            <a:r>
              <a:rPr lang="es-CO" sz="1400" i="1" noProof="0" dirty="0">
                <a:latin typeface="+mj-lt"/>
                <a:cs typeface="Segoe UI" panose="020B0502040204020203" pitchFamily="34" charset="0"/>
              </a:rPr>
              <a:t>n</a:t>
            </a:r>
            <a:r>
              <a:rPr lang="es-CO" sz="1400" noProof="0" dirty="0">
                <a:latin typeface="+mj-lt"/>
                <a:cs typeface="Segoe UI" panose="020B0502040204020203" pitchFamily="34" charset="0"/>
              </a:rPr>
              <a:t>) por estación.</a:t>
            </a:r>
          </a:p>
          <a:p>
            <a:pPr algn="ctr"/>
            <a:endParaRPr lang="es-CO" sz="1400" noProof="0" dirty="0">
              <a:latin typeface="+mj-lt"/>
              <a:cs typeface="Segoe UI" panose="020B0502040204020203" pitchFamily="34" charset="0"/>
            </a:endParaRPr>
          </a:p>
          <a:p>
            <a:pPr algn="ctr"/>
            <a:r>
              <a:rPr lang="es-CO" sz="1400" i="1" noProof="0" dirty="0">
                <a:latin typeface="+mj-lt"/>
                <a:cs typeface="Segoe UI" panose="020B0502040204020203" pitchFamily="34" charset="0"/>
              </a:rPr>
              <a:t>n &gt;= 8</a:t>
            </a:r>
            <a:r>
              <a:rPr lang="es-CO" sz="1400" noProof="0" dirty="0">
                <a:latin typeface="+mj-lt"/>
                <a:cs typeface="Segoe UI" panose="020B0502040204020203" pitchFamily="34" charset="0"/>
              </a:rPr>
              <a:t>: 264 estaciones </a:t>
            </a:r>
          </a:p>
          <a:p>
            <a:pPr algn="ctr"/>
            <a:r>
              <a:rPr lang="es-CO" sz="1400" i="1" noProof="0" dirty="0">
                <a:latin typeface="+mj-lt"/>
                <a:cs typeface="Segoe UI" panose="020B0502040204020203" pitchFamily="34" charset="0"/>
              </a:rPr>
              <a:t>n &lt; 8</a:t>
            </a:r>
            <a:r>
              <a:rPr lang="es-CO" sz="1400" noProof="0" dirty="0">
                <a:latin typeface="+mj-lt"/>
                <a:cs typeface="Segoe UI" panose="020B0502040204020203" pitchFamily="34" charset="0"/>
              </a:rPr>
              <a:t>: 330 estaciones</a:t>
            </a:r>
          </a:p>
          <a:p>
            <a:pPr algn="ctr"/>
            <a:r>
              <a:rPr lang="es-CO" sz="1400" noProof="0" dirty="0">
                <a:latin typeface="+mj-lt"/>
                <a:cs typeface="Segoe UI" panose="020B0502040204020203" pitchFamily="34" charset="0"/>
              </a:rPr>
              <a:t>Total: 594 estaciones</a:t>
            </a:r>
          </a:p>
        </p:txBody>
      </p:sp>
      <p:pic>
        <p:nvPicPr>
          <p:cNvPr id="15" name="Picture 14">
            <a:extLst>
              <a:ext uri="{FF2B5EF4-FFF2-40B4-BE49-F238E27FC236}">
                <a16:creationId xmlns:a16="http://schemas.microsoft.com/office/drawing/2014/main" id="{46BE86C6-4432-12C1-15E0-0FEC3FD2D5D6}"/>
              </a:ext>
            </a:extLst>
          </p:cNvPr>
          <p:cNvPicPr>
            <a:picLocks noChangeAspect="1"/>
          </p:cNvPicPr>
          <p:nvPr/>
        </p:nvPicPr>
        <p:blipFill>
          <a:blip r:embed="rId5"/>
          <a:stretch>
            <a:fillRect/>
          </a:stretch>
        </p:blipFill>
        <p:spPr>
          <a:xfrm>
            <a:off x="10683928" y="869527"/>
            <a:ext cx="857256" cy="1228734"/>
          </a:xfrm>
          <a:prstGeom prst="roundRect">
            <a:avLst>
              <a:gd name="adj" fmla="val 8246"/>
            </a:avLst>
          </a:prstGeom>
        </p:spPr>
      </p:pic>
      <p:pic>
        <p:nvPicPr>
          <p:cNvPr id="17" name="Picture 16">
            <a:extLst>
              <a:ext uri="{FF2B5EF4-FFF2-40B4-BE49-F238E27FC236}">
                <a16:creationId xmlns:a16="http://schemas.microsoft.com/office/drawing/2014/main" id="{E4B8E616-9CCB-8DA0-64A9-78B8A8569840}"/>
              </a:ext>
            </a:extLst>
          </p:cNvPr>
          <p:cNvPicPr>
            <a:picLocks noChangeAspect="1"/>
          </p:cNvPicPr>
          <p:nvPr/>
        </p:nvPicPr>
        <p:blipFill>
          <a:blip r:embed="rId6">
            <a:lum bright="70000" contrast="-70000"/>
          </a:blip>
          <a:stretch>
            <a:fillRect/>
          </a:stretch>
        </p:blipFill>
        <p:spPr>
          <a:xfrm>
            <a:off x="11219016" y="5075210"/>
            <a:ext cx="644335" cy="644335"/>
          </a:xfrm>
          <a:prstGeom prst="rect">
            <a:avLst/>
          </a:prstGeom>
        </p:spPr>
      </p:pic>
      <p:pic>
        <p:nvPicPr>
          <p:cNvPr id="19" name="Imagen 4">
            <a:extLst>
              <a:ext uri="{FF2B5EF4-FFF2-40B4-BE49-F238E27FC236}">
                <a16:creationId xmlns:a16="http://schemas.microsoft.com/office/drawing/2014/main" id="{9BEA2D1A-73E9-A62F-520F-E0B36EB1CE40}"/>
              </a:ext>
            </a:extLst>
          </p:cNvPr>
          <p:cNvPicPr>
            <a:picLocks noChangeAspect="1"/>
          </p:cNvPicPr>
          <p:nvPr/>
        </p:nvPicPr>
        <p:blipFill>
          <a:blip r:embed="rId7">
            <a:extLst>
              <a:ext uri="{28A0092B-C50C-407E-A947-70E740481C1C}">
                <a14:useLocalDpi xmlns:a14="http://schemas.microsoft.com/office/drawing/2010/main" val="0"/>
              </a:ext>
            </a:extLst>
          </a:blip>
          <a:srcRect b="84948"/>
          <a:stretch>
            <a:fillRect/>
          </a:stretch>
        </p:blipFill>
        <p:spPr>
          <a:xfrm>
            <a:off x="0" y="-16873"/>
            <a:ext cx="12192000" cy="1032252"/>
          </a:xfrm>
          <a:prstGeom prst="rect">
            <a:avLst/>
          </a:prstGeom>
        </p:spPr>
      </p:pic>
    </p:spTree>
    <p:extLst>
      <p:ext uri="{BB962C8B-B14F-4D97-AF65-F5344CB8AC3E}">
        <p14:creationId xmlns:p14="http://schemas.microsoft.com/office/powerpoint/2010/main" val="39075991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ED66A-BA1B-5E56-DAD3-D58C20A72E79}"/>
            </a:ext>
          </a:extLst>
        </p:cNvPr>
        <p:cNvGrpSpPr/>
        <p:nvPr/>
      </p:nvGrpSpPr>
      <p:grpSpPr>
        <a:xfrm>
          <a:off x="0" y="0"/>
          <a:ext cx="0" cy="0"/>
          <a:chOff x="0" y="0"/>
          <a:chExt cx="0" cy="0"/>
        </a:xfrm>
      </p:grpSpPr>
      <p:pic>
        <p:nvPicPr>
          <p:cNvPr id="5" name="Picture 4" descr="R.HydroTools">
            <a:extLst>
              <a:ext uri="{FF2B5EF4-FFF2-40B4-BE49-F238E27FC236}">
                <a16:creationId xmlns:a16="http://schemas.microsoft.com/office/drawing/2014/main" id="{8320C2E0-DD21-A25D-D397-51992369AF42}"/>
              </a:ext>
            </a:extLst>
          </p:cNvPr>
          <p:cNvPicPr>
            <a:picLocks noChangeAspect="1"/>
          </p:cNvPicPr>
          <p:nvPr/>
        </p:nvPicPr>
        <p:blipFill>
          <a:blip r:embed="rId3"/>
          <a:stretch>
            <a:fillRect/>
          </a:stretch>
        </p:blipFill>
        <p:spPr>
          <a:xfrm>
            <a:off x="191184" y="2189686"/>
            <a:ext cx="5847619" cy="4380952"/>
          </a:xfrm>
          <a:prstGeom prst="roundRect">
            <a:avLst>
              <a:gd name="adj" fmla="val 4276"/>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8F536EA-9C50-EA60-D98C-58E798AFCA66}"/>
                  </a:ext>
                </a:extLst>
              </p:cNvPr>
              <p:cNvSpPr txBox="1"/>
              <p:nvPr/>
            </p:nvSpPr>
            <p:spPr>
              <a:xfrm>
                <a:off x="3919637" y="3261036"/>
                <a:ext cx="1044773" cy="474425"/>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𝑍</m:t>
                      </m:r>
                      <m:r>
                        <a:rPr lang="es-CO"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𝜇</m:t>
                          </m:r>
                        </m:num>
                        <m:den>
                          <m:r>
                            <a:rPr lang="es-CO" i="1" smtClean="0">
                              <a:latin typeface="Cambria Math" panose="02040503050406030204" pitchFamily="18" charset="0"/>
                              <a:ea typeface="Cambria Math" panose="02040503050406030204" pitchFamily="18" charset="0"/>
                            </a:rPr>
                            <m:t>𝜎</m:t>
                          </m:r>
                        </m:den>
                      </m:f>
                    </m:oMath>
                  </m:oMathPara>
                </a14:m>
                <a:endParaRPr lang="es-CO" dirty="0"/>
              </a:p>
            </p:txBody>
          </p:sp>
        </mc:Choice>
        <mc:Fallback xmlns="">
          <p:sp>
            <p:nvSpPr>
              <p:cNvPr id="6" name="TextBox 5">
                <a:extLst>
                  <a:ext uri="{FF2B5EF4-FFF2-40B4-BE49-F238E27FC236}">
                    <a16:creationId xmlns:a16="http://schemas.microsoft.com/office/drawing/2014/main" id="{08F536EA-9C50-EA60-D98C-58E798AFCA66}"/>
                  </a:ext>
                </a:extLst>
              </p:cNvPr>
              <p:cNvSpPr txBox="1">
                <a:spLocks noRot="1" noChangeAspect="1" noMove="1" noResize="1" noEditPoints="1" noAdjustHandles="1" noChangeArrowheads="1" noChangeShapeType="1" noTextEdit="1"/>
              </p:cNvSpPr>
              <p:nvPr/>
            </p:nvSpPr>
            <p:spPr>
              <a:xfrm>
                <a:off x="3919637" y="3261036"/>
                <a:ext cx="1044773" cy="474425"/>
              </a:xfrm>
              <a:prstGeom prst="rect">
                <a:avLst/>
              </a:prstGeom>
              <a:blipFill>
                <a:blip r:embed="rId4"/>
                <a:stretch>
                  <a:fillRect/>
                </a:stretch>
              </a:blipFill>
            </p:spPr>
            <p:txBody>
              <a:bodyPr/>
              <a:lstStyle/>
              <a:p>
                <a:r>
                  <a:rPr lang="es-CO">
                    <a:noFill/>
                  </a:rPr>
                  <a:t> </a:t>
                </a:r>
              </a:p>
            </p:txBody>
          </p:sp>
        </mc:Fallback>
      </mc:AlternateContent>
      <p:pic>
        <p:nvPicPr>
          <p:cNvPr id="7" name="Picture 6" descr="R.HydroTools">
            <a:extLst>
              <a:ext uri="{FF2B5EF4-FFF2-40B4-BE49-F238E27FC236}">
                <a16:creationId xmlns:a16="http://schemas.microsoft.com/office/drawing/2014/main" id="{757F11D4-309A-4C6B-05BC-3F8A436687F7}"/>
              </a:ext>
            </a:extLst>
          </p:cNvPr>
          <p:cNvPicPr>
            <a:picLocks noChangeAspect="1"/>
          </p:cNvPicPr>
          <p:nvPr/>
        </p:nvPicPr>
        <p:blipFill>
          <a:blip r:embed="rId5"/>
          <a:stretch>
            <a:fillRect/>
          </a:stretch>
        </p:blipFill>
        <p:spPr>
          <a:xfrm>
            <a:off x="6206677" y="2189686"/>
            <a:ext cx="5847619" cy="4380952"/>
          </a:xfrm>
          <a:prstGeom prst="roundRect">
            <a:avLst>
              <a:gd name="adj" fmla="val 4226"/>
            </a:avLst>
          </a:prstGeom>
        </p:spPr>
      </p:pic>
      <p:pic>
        <p:nvPicPr>
          <p:cNvPr id="8" name="Picture 7">
            <a:hlinkClick r:id="rId6"/>
            <a:extLst>
              <a:ext uri="{FF2B5EF4-FFF2-40B4-BE49-F238E27FC236}">
                <a16:creationId xmlns:a16="http://schemas.microsoft.com/office/drawing/2014/main" id="{A037EA71-1C77-E98A-67D6-D5497FD66BB8}"/>
              </a:ext>
            </a:extLst>
          </p:cNvPr>
          <p:cNvPicPr>
            <a:picLocks noChangeAspect="1"/>
          </p:cNvPicPr>
          <p:nvPr/>
        </p:nvPicPr>
        <p:blipFill>
          <a:blip r:embed="rId7"/>
          <a:stretch>
            <a:fillRect/>
          </a:stretch>
        </p:blipFill>
        <p:spPr>
          <a:xfrm>
            <a:off x="1368434" y="2752136"/>
            <a:ext cx="2271592" cy="2647950"/>
          </a:xfrm>
          <a:prstGeom prst="rect">
            <a:avLst/>
          </a:prstGeom>
        </p:spPr>
      </p:pic>
      <p:pic>
        <p:nvPicPr>
          <p:cNvPr id="11" name="Imagen 4">
            <a:extLst>
              <a:ext uri="{FF2B5EF4-FFF2-40B4-BE49-F238E27FC236}">
                <a16:creationId xmlns:a16="http://schemas.microsoft.com/office/drawing/2014/main" id="{C917B175-3BE9-0BCB-DF73-6442B88DE09E}"/>
              </a:ext>
            </a:extLst>
          </p:cNvPr>
          <p:cNvPicPr>
            <a:picLocks noChangeAspect="1"/>
          </p:cNvPicPr>
          <p:nvPr/>
        </p:nvPicPr>
        <p:blipFill>
          <a:blip r:embed="rId8">
            <a:extLst>
              <a:ext uri="{28A0092B-C50C-407E-A947-70E740481C1C}">
                <a14:useLocalDpi xmlns:a14="http://schemas.microsoft.com/office/drawing/2010/main" val="0"/>
              </a:ext>
            </a:extLst>
          </a:blip>
          <a:srcRect b="84948"/>
          <a:stretch>
            <a:fillRect/>
          </a:stretch>
        </p:blipFill>
        <p:spPr>
          <a:xfrm>
            <a:off x="0" y="-16873"/>
            <a:ext cx="12192000" cy="1032252"/>
          </a:xfrm>
          <a:prstGeom prst="rect">
            <a:avLst/>
          </a:prstGeom>
        </p:spPr>
      </p:pic>
      <p:sp>
        <p:nvSpPr>
          <p:cNvPr id="15" name="Title 1">
            <a:extLst>
              <a:ext uri="{FF2B5EF4-FFF2-40B4-BE49-F238E27FC236}">
                <a16:creationId xmlns:a16="http://schemas.microsoft.com/office/drawing/2014/main" id="{BF1608DF-DFFF-4607-21E9-768613769E15}"/>
              </a:ext>
            </a:extLst>
          </p:cNvPr>
          <p:cNvSpPr>
            <a:spLocks noGrp="1"/>
          </p:cNvSpPr>
          <p:nvPr>
            <p:ph type="title"/>
          </p:nvPr>
        </p:nvSpPr>
        <p:spPr>
          <a:xfrm>
            <a:off x="191184" y="961089"/>
            <a:ext cx="11863112" cy="1088222"/>
          </a:xfrm>
        </p:spPr>
        <p:txBody>
          <a:bodyPr anchor="t" anchorCtr="0">
            <a:noAutofit/>
          </a:bodyPr>
          <a:lstStyle/>
          <a:p>
            <a:pPr algn="ctr"/>
            <a:r>
              <a:rPr lang="es-CO" sz="2400" noProof="0" dirty="0">
                <a:solidFill>
                  <a:schemeClr val="bg1">
                    <a:lumMod val="25000"/>
                  </a:schemeClr>
                </a:solidFill>
                <a:latin typeface="Segoe UI Semibold" panose="020B0702040204020203" pitchFamily="34" charset="0"/>
                <a:cs typeface="Segoe UI Semibold" panose="020B0702040204020203" pitchFamily="34" charset="0"/>
              </a:rPr>
              <a:t>Estación: Páramo de Guerrero 21206930</a:t>
            </a:r>
            <a:br>
              <a:rPr lang="es-CO" sz="2400" b="1" dirty="0">
                <a:solidFill>
                  <a:schemeClr val="bg1">
                    <a:lumMod val="25000"/>
                  </a:schemeClr>
                </a:solidFill>
                <a:latin typeface="Segoe UI" panose="020B0502040204020203" pitchFamily="34" charset="0"/>
                <a:cs typeface="Segoe UI" panose="020B0502040204020203" pitchFamily="34" charset="0"/>
              </a:rPr>
            </a:br>
            <a:r>
              <a:rPr lang="es-CO" sz="2000" b="1" dirty="0">
                <a:solidFill>
                  <a:schemeClr val="bg1">
                    <a:lumMod val="25000"/>
                  </a:schemeClr>
                </a:solidFill>
                <a:latin typeface="Segoe UI" panose="020B0502040204020203" pitchFamily="34" charset="0"/>
                <a:cs typeface="Segoe UI" panose="020B0502040204020203" pitchFamily="34" charset="0"/>
              </a:rPr>
              <a:t>•</a:t>
            </a:r>
            <a:r>
              <a:rPr lang="es-CO" sz="2000" dirty="0">
                <a:solidFill>
                  <a:schemeClr val="bg1">
                    <a:lumMod val="25000"/>
                  </a:schemeClr>
                </a:solidFill>
                <a:latin typeface="Segoe UI" panose="020B0502040204020203" pitchFamily="34" charset="0"/>
                <a:cs typeface="Segoe UI" panose="020B0502040204020203" pitchFamily="34" charset="0"/>
              </a:rPr>
              <a:t>Climatológica Principal •Automática con Telemetría •Instalada en 01/12/2004 •Altitud: 3237 msnm •Municipio: Zipaquirá •AH: Magdalena Cauca •ZH: Alto Magdalena •SZH: Río Bogotá</a:t>
            </a:r>
            <a:br>
              <a:rPr lang="es-CO" sz="3200" noProof="0" dirty="0">
                <a:solidFill>
                  <a:schemeClr val="bg1">
                    <a:lumMod val="25000"/>
                  </a:schemeClr>
                </a:solidFill>
                <a:latin typeface="Segoe UI" panose="020B0502040204020203" pitchFamily="34" charset="0"/>
                <a:cs typeface="Segoe UI" panose="020B0502040204020203" pitchFamily="34" charset="0"/>
              </a:rPr>
            </a:br>
            <a:endParaRPr lang="es-CO" sz="1600" i="1" noProof="0" dirty="0">
              <a:solidFill>
                <a:schemeClr val="bg1">
                  <a:lumMod val="25000"/>
                </a:schemeClr>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7204273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8DC52-33E3-8727-5088-FD7F69E4243E}"/>
            </a:ext>
          </a:extLst>
        </p:cNvPr>
        <p:cNvGrpSpPr/>
        <p:nvPr/>
      </p:nvGrpSpPr>
      <p:grpSpPr>
        <a:xfrm>
          <a:off x="0" y="0"/>
          <a:ext cx="0" cy="0"/>
          <a:chOff x="0" y="0"/>
          <a:chExt cx="0" cy="0"/>
        </a:xfrm>
      </p:grpSpPr>
      <p:pic>
        <p:nvPicPr>
          <p:cNvPr id="3" name="Picture 2" descr="R.HydroTools">
            <a:extLst>
              <a:ext uri="{FF2B5EF4-FFF2-40B4-BE49-F238E27FC236}">
                <a16:creationId xmlns:a16="http://schemas.microsoft.com/office/drawing/2014/main" id="{479F36E8-EF22-57F8-E7C7-17489ADE9D4F}"/>
              </a:ext>
            </a:extLst>
          </p:cNvPr>
          <p:cNvPicPr>
            <a:picLocks noChangeAspect="1"/>
          </p:cNvPicPr>
          <p:nvPr/>
        </p:nvPicPr>
        <p:blipFill>
          <a:blip r:embed="rId3"/>
          <a:stretch>
            <a:fillRect/>
          </a:stretch>
        </p:blipFill>
        <p:spPr>
          <a:xfrm>
            <a:off x="168664" y="2207178"/>
            <a:ext cx="5847619" cy="4380952"/>
          </a:xfrm>
          <a:prstGeom prst="roundRect">
            <a:avLst>
              <a:gd name="adj" fmla="val 5563"/>
            </a:avLst>
          </a:prstGeom>
        </p:spPr>
      </p:pic>
      <p:pic>
        <p:nvPicPr>
          <p:cNvPr id="8" name="Picture 7" descr="R.HydroTools">
            <a:extLst>
              <a:ext uri="{FF2B5EF4-FFF2-40B4-BE49-F238E27FC236}">
                <a16:creationId xmlns:a16="http://schemas.microsoft.com/office/drawing/2014/main" id="{813AA32B-C7C8-E668-3D21-8ADFBE7D711B}"/>
              </a:ext>
            </a:extLst>
          </p:cNvPr>
          <p:cNvPicPr>
            <a:picLocks noChangeAspect="1"/>
          </p:cNvPicPr>
          <p:nvPr/>
        </p:nvPicPr>
        <p:blipFill>
          <a:blip r:embed="rId4"/>
          <a:stretch>
            <a:fillRect/>
          </a:stretch>
        </p:blipFill>
        <p:spPr>
          <a:xfrm>
            <a:off x="6220191" y="2207178"/>
            <a:ext cx="5847619" cy="4380952"/>
          </a:xfrm>
          <a:prstGeom prst="roundRect">
            <a:avLst>
              <a:gd name="adj" fmla="val 4637"/>
            </a:avLst>
          </a:prstGeom>
        </p:spPr>
      </p:pic>
      <p:pic>
        <p:nvPicPr>
          <p:cNvPr id="6" name="Picture 5">
            <a:hlinkClick r:id="rId5"/>
            <a:extLst>
              <a:ext uri="{FF2B5EF4-FFF2-40B4-BE49-F238E27FC236}">
                <a16:creationId xmlns:a16="http://schemas.microsoft.com/office/drawing/2014/main" id="{910C4C7A-D829-EDB3-22FC-8CDB366E89FC}"/>
              </a:ext>
            </a:extLst>
          </p:cNvPr>
          <p:cNvPicPr>
            <a:picLocks noChangeAspect="1"/>
          </p:cNvPicPr>
          <p:nvPr/>
        </p:nvPicPr>
        <p:blipFill>
          <a:blip r:embed="rId6"/>
          <a:stretch>
            <a:fillRect/>
          </a:stretch>
        </p:blipFill>
        <p:spPr>
          <a:xfrm>
            <a:off x="8245484" y="3074667"/>
            <a:ext cx="2271592" cy="2647950"/>
          </a:xfrm>
          <a:prstGeom prst="rect">
            <a:avLst/>
          </a:prstGeom>
        </p:spPr>
      </p:pic>
      <p:sp>
        <p:nvSpPr>
          <p:cNvPr id="10" name="Title 1">
            <a:extLst>
              <a:ext uri="{FF2B5EF4-FFF2-40B4-BE49-F238E27FC236}">
                <a16:creationId xmlns:a16="http://schemas.microsoft.com/office/drawing/2014/main" id="{72D67560-5C23-EA84-5636-8CF350822F76}"/>
              </a:ext>
            </a:extLst>
          </p:cNvPr>
          <p:cNvSpPr>
            <a:spLocks noGrp="1"/>
          </p:cNvSpPr>
          <p:nvPr>
            <p:ph type="title"/>
          </p:nvPr>
        </p:nvSpPr>
        <p:spPr>
          <a:xfrm>
            <a:off x="191184" y="1000091"/>
            <a:ext cx="11863112" cy="1088222"/>
          </a:xfrm>
        </p:spPr>
        <p:txBody>
          <a:bodyPr anchor="t" anchorCtr="0">
            <a:noAutofit/>
          </a:bodyPr>
          <a:lstStyle/>
          <a:p>
            <a:pPr algn="ctr"/>
            <a:r>
              <a:rPr lang="es-CO" sz="2400" noProof="0" dirty="0">
                <a:solidFill>
                  <a:schemeClr val="bg1">
                    <a:lumMod val="25000"/>
                  </a:schemeClr>
                </a:solidFill>
                <a:latin typeface="Segoe UI Semibold" panose="020B0702040204020203" pitchFamily="34" charset="0"/>
                <a:cs typeface="Segoe UI Semibold" panose="020B0702040204020203" pitchFamily="34" charset="0"/>
              </a:rPr>
              <a:t>Estación: Páramo de Guerrero 21206930</a:t>
            </a:r>
            <a:br>
              <a:rPr lang="es-CO" sz="2400" b="1" dirty="0">
                <a:solidFill>
                  <a:schemeClr val="bg1">
                    <a:lumMod val="25000"/>
                  </a:schemeClr>
                </a:solidFill>
                <a:latin typeface="Segoe UI" panose="020B0502040204020203" pitchFamily="34" charset="0"/>
                <a:cs typeface="Segoe UI" panose="020B0502040204020203" pitchFamily="34" charset="0"/>
              </a:rPr>
            </a:br>
            <a:r>
              <a:rPr lang="es-CO" sz="2000" b="1" dirty="0">
                <a:solidFill>
                  <a:schemeClr val="bg1">
                    <a:lumMod val="25000"/>
                  </a:schemeClr>
                </a:solidFill>
                <a:latin typeface="Segoe UI" panose="020B0502040204020203" pitchFamily="34" charset="0"/>
                <a:cs typeface="Segoe UI" panose="020B0502040204020203" pitchFamily="34" charset="0"/>
              </a:rPr>
              <a:t>•</a:t>
            </a:r>
            <a:r>
              <a:rPr lang="es-CO" sz="2000" dirty="0">
                <a:solidFill>
                  <a:schemeClr val="bg1">
                    <a:lumMod val="25000"/>
                  </a:schemeClr>
                </a:solidFill>
                <a:latin typeface="Segoe UI" panose="020B0502040204020203" pitchFamily="34" charset="0"/>
                <a:cs typeface="Segoe UI" panose="020B0502040204020203" pitchFamily="34" charset="0"/>
              </a:rPr>
              <a:t>Climatológica Principal •Automática con Telemetría •Instalada en 01/12/2004 •Altitud: 3237 msnm •Municipio: Zipaquirá •AH: Magdalena Cauca •ZH: Alto Magdalena •SZH: Río Bogotá</a:t>
            </a:r>
            <a:br>
              <a:rPr lang="es-CO" sz="3200" noProof="0" dirty="0">
                <a:solidFill>
                  <a:schemeClr val="bg1">
                    <a:lumMod val="25000"/>
                  </a:schemeClr>
                </a:solidFill>
                <a:latin typeface="Segoe UI" panose="020B0502040204020203" pitchFamily="34" charset="0"/>
                <a:cs typeface="Segoe UI" panose="020B0502040204020203" pitchFamily="34" charset="0"/>
              </a:rPr>
            </a:br>
            <a:endParaRPr lang="es-CO" sz="1600" i="1" noProof="0" dirty="0">
              <a:solidFill>
                <a:schemeClr val="bg1">
                  <a:lumMod val="25000"/>
                </a:schemeClr>
              </a:solidFill>
              <a:latin typeface="Segoe UI" panose="020B0502040204020203" pitchFamily="34" charset="0"/>
              <a:cs typeface="Segoe UI" panose="020B0502040204020203" pitchFamily="34" charset="0"/>
            </a:endParaRPr>
          </a:p>
        </p:txBody>
      </p:sp>
      <p:pic>
        <p:nvPicPr>
          <p:cNvPr id="11" name="Imagen 4">
            <a:extLst>
              <a:ext uri="{FF2B5EF4-FFF2-40B4-BE49-F238E27FC236}">
                <a16:creationId xmlns:a16="http://schemas.microsoft.com/office/drawing/2014/main" id="{BEBB82C7-2534-26DC-4BEE-523F7167BE28}"/>
              </a:ext>
            </a:extLst>
          </p:cNvPr>
          <p:cNvPicPr>
            <a:picLocks noChangeAspect="1"/>
          </p:cNvPicPr>
          <p:nvPr/>
        </p:nvPicPr>
        <p:blipFill>
          <a:blip r:embed="rId7">
            <a:extLst>
              <a:ext uri="{28A0092B-C50C-407E-A947-70E740481C1C}">
                <a14:useLocalDpi xmlns:a14="http://schemas.microsoft.com/office/drawing/2010/main" val="0"/>
              </a:ext>
            </a:extLst>
          </a:blip>
          <a:srcRect b="84948"/>
          <a:stretch>
            <a:fillRect/>
          </a:stretch>
        </p:blipFill>
        <p:spPr>
          <a:xfrm>
            <a:off x="0" y="-16873"/>
            <a:ext cx="12192000" cy="1032252"/>
          </a:xfrm>
          <a:prstGeom prst="rect">
            <a:avLst/>
          </a:prstGeom>
        </p:spPr>
      </p:pic>
    </p:spTree>
    <p:extLst>
      <p:ext uri="{BB962C8B-B14F-4D97-AF65-F5344CB8AC3E}">
        <p14:creationId xmlns:p14="http://schemas.microsoft.com/office/powerpoint/2010/main" val="22620256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225BF-4FBF-F3A5-282E-651795B71DC1}"/>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07C82D72-FDE3-8015-46B1-77C468CCA4AE}"/>
              </a:ext>
            </a:extLst>
          </p:cNvPr>
          <p:cNvPicPr>
            <a:picLocks noChangeAspect="1"/>
          </p:cNvPicPr>
          <p:nvPr/>
        </p:nvPicPr>
        <p:blipFill>
          <a:blip r:embed="rId3"/>
          <a:stretch>
            <a:fillRect/>
          </a:stretch>
        </p:blipFill>
        <p:spPr>
          <a:xfrm>
            <a:off x="967498" y="1056158"/>
            <a:ext cx="10321658" cy="5540172"/>
          </a:xfrm>
          <a:prstGeom prst="rect">
            <a:avLst/>
          </a:prstGeom>
        </p:spPr>
      </p:pic>
      <p:pic>
        <p:nvPicPr>
          <p:cNvPr id="8" name="Imagen 4">
            <a:extLst>
              <a:ext uri="{FF2B5EF4-FFF2-40B4-BE49-F238E27FC236}">
                <a16:creationId xmlns:a16="http://schemas.microsoft.com/office/drawing/2014/main" id="{24269A00-7A65-B86A-30BE-5FB4725055A0}"/>
              </a:ext>
            </a:extLst>
          </p:cNvPr>
          <p:cNvPicPr>
            <a:picLocks noChangeAspect="1"/>
          </p:cNvPicPr>
          <p:nvPr/>
        </p:nvPicPr>
        <p:blipFill>
          <a:blip r:embed="rId4">
            <a:extLst>
              <a:ext uri="{28A0092B-C50C-407E-A947-70E740481C1C}">
                <a14:useLocalDpi xmlns:a14="http://schemas.microsoft.com/office/drawing/2010/main" val="0"/>
              </a:ext>
            </a:extLst>
          </a:blip>
          <a:srcRect b="84948"/>
          <a:stretch>
            <a:fillRect/>
          </a:stretch>
        </p:blipFill>
        <p:spPr>
          <a:xfrm>
            <a:off x="0" y="-16873"/>
            <a:ext cx="12192000" cy="1032252"/>
          </a:xfrm>
          <a:prstGeom prst="rect">
            <a:avLst/>
          </a:prstGeom>
        </p:spPr>
      </p:pic>
      <p:sp>
        <p:nvSpPr>
          <p:cNvPr id="11" name="Title 1">
            <a:extLst>
              <a:ext uri="{FF2B5EF4-FFF2-40B4-BE49-F238E27FC236}">
                <a16:creationId xmlns:a16="http://schemas.microsoft.com/office/drawing/2014/main" id="{3E22D95D-133A-9049-2C05-7413D3454F23}"/>
              </a:ext>
            </a:extLst>
          </p:cNvPr>
          <p:cNvSpPr>
            <a:spLocks noGrp="1"/>
          </p:cNvSpPr>
          <p:nvPr>
            <p:ph type="title"/>
          </p:nvPr>
        </p:nvSpPr>
        <p:spPr>
          <a:xfrm>
            <a:off x="5378059" y="233035"/>
            <a:ext cx="6641568" cy="464683"/>
          </a:xfrm>
        </p:spPr>
        <p:txBody>
          <a:bodyPr anchor="t" anchorCtr="0">
            <a:noAutofit/>
          </a:bodyPr>
          <a:lstStyle/>
          <a:p>
            <a:pPr algn="r"/>
            <a:r>
              <a:rPr lang="es-CO" sz="2400" noProof="0" dirty="0">
                <a:solidFill>
                  <a:schemeClr val="bg1">
                    <a:lumMod val="25000"/>
                  </a:schemeClr>
                </a:solidFill>
                <a:latin typeface="Segoe UI Semibold" panose="020B0702040204020203" pitchFamily="34" charset="0"/>
                <a:cs typeface="Segoe UI Semibold" panose="020B0702040204020203" pitchFamily="34" charset="0"/>
              </a:rPr>
              <a:t>Estación: Páramo de Guerrero 21206930</a:t>
            </a:r>
            <a:endParaRPr lang="es-CO" sz="1600" i="1" noProof="0" dirty="0">
              <a:solidFill>
                <a:schemeClr val="bg1">
                  <a:lumMod val="25000"/>
                </a:schemeClr>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1380182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DE09D-757B-FF78-E408-F7B158908B4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1081049-C426-FA95-90E5-8BC688BDF2BB}"/>
              </a:ext>
            </a:extLst>
          </p:cNvPr>
          <p:cNvPicPr>
            <a:picLocks noChangeAspect="1"/>
          </p:cNvPicPr>
          <p:nvPr/>
        </p:nvPicPr>
        <p:blipFill>
          <a:blip r:embed="rId3"/>
          <a:stretch>
            <a:fillRect/>
          </a:stretch>
        </p:blipFill>
        <p:spPr>
          <a:xfrm>
            <a:off x="1321640" y="1015379"/>
            <a:ext cx="9548719" cy="5713830"/>
          </a:xfrm>
          <a:prstGeom prst="rect">
            <a:avLst/>
          </a:prstGeom>
        </p:spPr>
      </p:pic>
      <p:pic>
        <p:nvPicPr>
          <p:cNvPr id="10" name="Imagen 4">
            <a:extLst>
              <a:ext uri="{FF2B5EF4-FFF2-40B4-BE49-F238E27FC236}">
                <a16:creationId xmlns:a16="http://schemas.microsoft.com/office/drawing/2014/main" id="{0FDD8F03-BE0E-5ED8-7206-BD4A75776F65}"/>
              </a:ext>
            </a:extLst>
          </p:cNvPr>
          <p:cNvPicPr>
            <a:picLocks noChangeAspect="1"/>
          </p:cNvPicPr>
          <p:nvPr/>
        </p:nvPicPr>
        <p:blipFill>
          <a:blip r:embed="rId4">
            <a:extLst>
              <a:ext uri="{28A0092B-C50C-407E-A947-70E740481C1C}">
                <a14:useLocalDpi xmlns:a14="http://schemas.microsoft.com/office/drawing/2010/main" val="0"/>
              </a:ext>
            </a:extLst>
          </a:blip>
          <a:srcRect b="84948"/>
          <a:stretch>
            <a:fillRect/>
          </a:stretch>
        </p:blipFill>
        <p:spPr>
          <a:xfrm>
            <a:off x="0" y="-16873"/>
            <a:ext cx="12192000" cy="1032252"/>
          </a:xfrm>
          <a:prstGeom prst="rect">
            <a:avLst/>
          </a:prstGeom>
        </p:spPr>
      </p:pic>
      <p:sp>
        <p:nvSpPr>
          <p:cNvPr id="13" name="Title 1">
            <a:extLst>
              <a:ext uri="{FF2B5EF4-FFF2-40B4-BE49-F238E27FC236}">
                <a16:creationId xmlns:a16="http://schemas.microsoft.com/office/drawing/2014/main" id="{5410058A-859D-0395-25F9-7A5B2BC5ABC8}"/>
              </a:ext>
            </a:extLst>
          </p:cNvPr>
          <p:cNvSpPr>
            <a:spLocks noGrp="1"/>
          </p:cNvSpPr>
          <p:nvPr>
            <p:ph type="title"/>
          </p:nvPr>
        </p:nvSpPr>
        <p:spPr>
          <a:xfrm>
            <a:off x="5378059" y="233035"/>
            <a:ext cx="6641568" cy="464683"/>
          </a:xfrm>
        </p:spPr>
        <p:txBody>
          <a:bodyPr anchor="t" anchorCtr="0">
            <a:noAutofit/>
          </a:bodyPr>
          <a:lstStyle/>
          <a:p>
            <a:pPr algn="r"/>
            <a:r>
              <a:rPr lang="es-CO" sz="2400" noProof="0" dirty="0">
                <a:solidFill>
                  <a:schemeClr val="bg1">
                    <a:lumMod val="25000"/>
                  </a:schemeClr>
                </a:solidFill>
                <a:latin typeface="Segoe UI Semibold" panose="020B0702040204020203" pitchFamily="34" charset="0"/>
                <a:cs typeface="Segoe UI Semibold" panose="020B0702040204020203" pitchFamily="34" charset="0"/>
              </a:rPr>
              <a:t>Estación: Páramo de Guerrero 21206930</a:t>
            </a:r>
            <a:endParaRPr lang="es-CO" sz="1600" i="1" noProof="0" dirty="0">
              <a:solidFill>
                <a:schemeClr val="bg1">
                  <a:lumMod val="25000"/>
                </a:schemeClr>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7545651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5B485A-16C3-9931-AC83-9C4516AF04F3}"/>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FC80D4A7-483C-F89F-3D23-4BE0D3BF018C}"/>
              </a:ext>
            </a:extLst>
          </p:cNvPr>
          <p:cNvPicPr>
            <a:picLocks noChangeAspect="1"/>
          </p:cNvPicPr>
          <p:nvPr/>
        </p:nvPicPr>
        <p:blipFill>
          <a:blip r:embed="rId3"/>
          <a:stretch>
            <a:fillRect/>
          </a:stretch>
        </p:blipFill>
        <p:spPr>
          <a:xfrm>
            <a:off x="5998213" y="0"/>
            <a:ext cx="6193787" cy="6858000"/>
          </a:xfrm>
          <a:prstGeom prst="rect">
            <a:avLst/>
          </a:prstGeom>
        </p:spPr>
      </p:pic>
      <p:graphicFrame>
        <p:nvGraphicFramePr>
          <p:cNvPr id="7" name="Table 6">
            <a:extLst>
              <a:ext uri="{FF2B5EF4-FFF2-40B4-BE49-F238E27FC236}">
                <a16:creationId xmlns:a16="http://schemas.microsoft.com/office/drawing/2014/main" id="{E327B733-7446-2BFD-5D9C-AA085FF7FD5D}"/>
              </a:ext>
            </a:extLst>
          </p:cNvPr>
          <p:cNvGraphicFramePr>
            <a:graphicFrameLocks noGrp="1"/>
          </p:cNvGraphicFramePr>
          <p:nvPr>
            <p:extLst>
              <p:ext uri="{D42A27DB-BD31-4B8C-83A1-F6EECF244321}">
                <p14:modId xmlns:p14="http://schemas.microsoft.com/office/powerpoint/2010/main" val="484579488"/>
              </p:ext>
            </p:extLst>
          </p:nvPr>
        </p:nvGraphicFramePr>
        <p:xfrm>
          <a:off x="1691025" y="2324802"/>
          <a:ext cx="4307188" cy="3938664"/>
        </p:xfrm>
        <a:graphic>
          <a:graphicData uri="http://schemas.openxmlformats.org/drawingml/2006/table">
            <a:tbl>
              <a:tblPr>
                <a:tableStyleId>{616DA210-FB5B-4158-B5E0-FEB733F419BA}</a:tableStyleId>
              </a:tblPr>
              <a:tblGrid>
                <a:gridCol w="1663085">
                  <a:extLst>
                    <a:ext uri="{9D8B030D-6E8A-4147-A177-3AD203B41FA5}">
                      <a16:colId xmlns:a16="http://schemas.microsoft.com/office/drawing/2014/main" val="2207607311"/>
                    </a:ext>
                  </a:extLst>
                </a:gridCol>
                <a:gridCol w="1189171">
                  <a:extLst>
                    <a:ext uri="{9D8B030D-6E8A-4147-A177-3AD203B41FA5}">
                      <a16:colId xmlns:a16="http://schemas.microsoft.com/office/drawing/2014/main" val="3882431842"/>
                    </a:ext>
                  </a:extLst>
                </a:gridCol>
                <a:gridCol w="1454932">
                  <a:extLst>
                    <a:ext uri="{9D8B030D-6E8A-4147-A177-3AD203B41FA5}">
                      <a16:colId xmlns:a16="http://schemas.microsoft.com/office/drawing/2014/main" val="3724066281"/>
                    </a:ext>
                  </a:extLst>
                </a:gridCol>
              </a:tblGrid>
              <a:tr h="180049">
                <a:tc>
                  <a:txBody>
                    <a:bodyPr/>
                    <a:lstStyle/>
                    <a:p>
                      <a:pPr algn="l">
                        <a:buNone/>
                      </a:pPr>
                      <a:r>
                        <a:rPr lang="es-CO" sz="1800" b="0" noProof="0" dirty="0">
                          <a:solidFill>
                            <a:srgbClr val="FFFFFF"/>
                          </a:solidFill>
                          <a:effectLst/>
                          <a:latin typeface="Segoe UI" panose="020B0502040204020203" pitchFamily="34" charset="0"/>
                          <a:cs typeface="Segoe UI" panose="020B0502040204020203" pitchFamily="34" charset="0"/>
                        </a:rPr>
                        <a:t>Distribución Empírica (EDF)</a:t>
                      </a:r>
                    </a:p>
                  </a:txBody>
                  <a:tcPr marL="33630" marR="33630" marT="15521" marB="15521" anchor="ctr">
                    <a:solidFill>
                      <a:schemeClr val="bg1">
                        <a:lumMod val="50000"/>
                      </a:schemeClr>
                    </a:solidFill>
                  </a:tcPr>
                </a:tc>
                <a:tc>
                  <a:txBody>
                    <a:bodyPr/>
                    <a:lstStyle/>
                    <a:p>
                      <a:pPr algn="ctr">
                        <a:buNone/>
                      </a:pPr>
                      <a:r>
                        <a:rPr lang="es-CO" sz="1800" b="0" noProof="0" dirty="0">
                          <a:solidFill>
                            <a:srgbClr val="FFFFFF"/>
                          </a:solidFill>
                          <a:effectLst/>
                          <a:latin typeface="Segoe UI" panose="020B0502040204020203" pitchFamily="34" charset="0"/>
                          <a:cs typeface="Segoe UI" panose="020B0502040204020203" pitchFamily="34" charset="0"/>
                        </a:rPr>
                        <a:t>Estaciones</a:t>
                      </a:r>
                    </a:p>
                  </a:txBody>
                  <a:tcPr marL="33630" marR="33630" marT="15521" marB="15521" anchor="ctr">
                    <a:solidFill>
                      <a:schemeClr val="bg1">
                        <a:lumMod val="50000"/>
                      </a:schemeClr>
                    </a:solidFill>
                  </a:tcPr>
                </a:tc>
                <a:tc>
                  <a:txBody>
                    <a:bodyPr/>
                    <a:lstStyle/>
                    <a:p>
                      <a:pPr algn="ctr">
                        <a:buNone/>
                      </a:pPr>
                      <a:r>
                        <a:rPr lang="es-CO" sz="1800" b="0" noProof="0" dirty="0">
                          <a:solidFill>
                            <a:srgbClr val="FFFFFF"/>
                          </a:solidFill>
                          <a:effectLst/>
                          <a:latin typeface="Segoe UI" panose="020B0502040204020203" pitchFamily="34" charset="0"/>
                          <a:cs typeface="Segoe UI" panose="020B0502040204020203" pitchFamily="34" charset="0"/>
                        </a:rPr>
                        <a:t>%</a:t>
                      </a:r>
                    </a:p>
                  </a:txBody>
                  <a:tcPr marL="33630" marR="33630" marT="15521" marB="15521" anchor="ctr">
                    <a:solidFill>
                      <a:schemeClr val="bg1">
                        <a:lumMod val="50000"/>
                      </a:schemeClr>
                    </a:solidFill>
                  </a:tcPr>
                </a:tc>
                <a:extLst>
                  <a:ext uri="{0D108BD9-81ED-4DB2-BD59-A6C34878D82A}">
                    <a16:rowId xmlns:a16="http://schemas.microsoft.com/office/drawing/2014/main" val="2691182769"/>
                  </a:ext>
                </a:extLst>
              </a:tr>
              <a:tr h="180049">
                <a:tc>
                  <a:txBody>
                    <a:bodyPr/>
                    <a:lstStyle/>
                    <a:p>
                      <a:pPr algn="l">
                        <a:buNone/>
                      </a:pPr>
                      <a:r>
                        <a:rPr lang="es-CO" sz="1800" b="0" noProof="0" dirty="0">
                          <a:effectLst/>
                          <a:latin typeface="Segoe UI" panose="020B0502040204020203" pitchFamily="34" charset="0"/>
                          <a:cs typeface="Segoe UI" panose="020B0502040204020203" pitchFamily="34" charset="0"/>
                        </a:rPr>
                        <a:t>Hazen</a:t>
                      </a:r>
                    </a:p>
                  </a:txBody>
                  <a:tcPr marL="33630" marR="33630" marT="15521" marB="15521" anchor="ctr">
                    <a:solidFill>
                      <a:schemeClr val="bg1">
                        <a:lumMod val="90000"/>
                      </a:schemeClr>
                    </a:solidFill>
                  </a:tcPr>
                </a:tc>
                <a:tc>
                  <a:txBody>
                    <a:bodyPr/>
                    <a:lstStyle/>
                    <a:p>
                      <a:pPr algn="ctr">
                        <a:buNone/>
                      </a:pPr>
                      <a:r>
                        <a:rPr lang="es-CO" sz="1800" b="0" noProof="0" dirty="0">
                          <a:effectLst/>
                          <a:latin typeface="Segoe UI" panose="020B0502040204020203" pitchFamily="34" charset="0"/>
                          <a:cs typeface="Segoe UI" panose="020B0502040204020203" pitchFamily="34" charset="0"/>
                        </a:rPr>
                        <a:t>72</a:t>
                      </a:r>
                    </a:p>
                  </a:txBody>
                  <a:tcPr marL="33630" marR="33630" marT="15521" marB="15521" anchor="ctr"/>
                </a:tc>
                <a:tc>
                  <a:txBody>
                    <a:bodyPr/>
                    <a:lstStyle/>
                    <a:p>
                      <a:pPr algn="ctr">
                        <a:buNone/>
                      </a:pPr>
                      <a:r>
                        <a:rPr lang="es-CO" sz="1800" b="0" noProof="0" dirty="0">
                          <a:effectLst/>
                          <a:latin typeface="Segoe UI" panose="020B0502040204020203" pitchFamily="34" charset="0"/>
                          <a:cs typeface="Segoe UI" panose="020B0502040204020203" pitchFamily="34" charset="0"/>
                        </a:rPr>
                        <a:t>27.27</a:t>
                      </a:r>
                    </a:p>
                  </a:txBody>
                  <a:tcPr marL="33630" marR="33630" marT="15521" marB="15521" anchor="ctr"/>
                </a:tc>
                <a:extLst>
                  <a:ext uri="{0D108BD9-81ED-4DB2-BD59-A6C34878D82A}">
                    <a16:rowId xmlns:a16="http://schemas.microsoft.com/office/drawing/2014/main" val="3963273570"/>
                  </a:ext>
                </a:extLst>
              </a:tr>
              <a:tr h="180049">
                <a:tc>
                  <a:txBody>
                    <a:bodyPr/>
                    <a:lstStyle/>
                    <a:p>
                      <a:pPr algn="l">
                        <a:buNone/>
                      </a:pPr>
                      <a:r>
                        <a:rPr lang="es-CO" sz="1800" b="0" noProof="0" dirty="0">
                          <a:effectLst/>
                          <a:latin typeface="Segoe UI" panose="020B0502040204020203" pitchFamily="34" charset="0"/>
                          <a:cs typeface="Segoe UI" panose="020B0502040204020203" pitchFamily="34" charset="0"/>
                        </a:rPr>
                        <a:t>Weibull</a:t>
                      </a:r>
                    </a:p>
                  </a:txBody>
                  <a:tcPr marL="33630" marR="33630" marT="15521" marB="15521" anchor="ctr">
                    <a:solidFill>
                      <a:schemeClr val="bg1">
                        <a:lumMod val="90000"/>
                      </a:schemeClr>
                    </a:solidFill>
                  </a:tcPr>
                </a:tc>
                <a:tc>
                  <a:txBody>
                    <a:bodyPr/>
                    <a:lstStyle/>
                    <a:p>
                      <a:pPr algn="ctr">
                        <a:buNone/>
                      </a:pPr>
                      <a:r>
                        <a:rPr lang="es-CO" sz="1800" b="0" noProof="0" dirty="0">
                          <a:effectLst/>
                          <a:latin typeface="Segoe UI" panose="020B0502040204020203" pitchFamily="34" charset="0"/>
                          <a:cs typeface="Segoe UI" panose="020B0502040204020203" pitchFamily="34" charset="0"/>
                        </a:rPr>
                        <a:t>49</a:t>
                      </a:r>
                    </a:p>
                  </a:txBody>
                  <a:tcPr marL="33630" marR="33630" marT="15521" marB="15521" anchor="ctr"/>
                </a:tc>
                <a:tc>
                  <a:txBody>
                    <a:bodyPr/>
                    <a:lstStyle/>
                    <a:p>
                      <a:pPr algn="ctr">
                        <a:buNone/>
                      </a:pPr>
                      <a:r>
                        <a:rPr lang="es-CO" sz="1800" b="0" noProof="0" dirty="0">
                          <a:effectLst/>
                          <a:latin typeface="Segoe UI" panose="020B0502040204020203" pitchFamily="34" charset="0"/>
                          <a:cs typeface="Segoe UI" panose="020B0502040204020203" pitchFamily="34" charset="0"/>
                        </a:rPr>
                        <a:t>18.56</a:t>
                      </a:r>
                    </a:p>
                  </a:txBody>
                  <a:tcPr marL="33630" marR="33630" marT="15521" marB="15521" anchor="ctr"/>
                </a:tc>
                <a:extLst>
                  <a:ext uri="{0D108BD9-81ED-4DB2-BD59-A6C34878D82A}">
                    <a16:rowId xmlns:a16="http://schemas.microsoft.com/office/drawing/2014/main" val="757115699"/>
                  </a:ext>
                </a:extLst>
              </a:tr>
              <a:tr h="180049">
                <a:tc>
                  <a:txBody>
                    <a:bodyPr/>
                    <a:lstStyle/>
                    <a:p>
                      <a:pPr algn="l">
                        <a:buNone/>
                      </a:pPr>
                      <a:r>
                        <a:rPr lang="es-CO" sz="1800" b="0" noProof="0" dirty="0">
                          <a:effectLst/>
                          <a:latin typeface="Segoe UI" panose="020B0502040204020203" pitchFamily="34" charset="0"/>
                          <a:cs typeface="Segoe UI" panose="020B0502040204020203" pitchFamily="34" charset="0"/>
                        </a:rPr>
                        <a:t>Adamowski</a:t>
                      </a:r>
                    </a:p>
                  </a:txBody>
                  <a:tcPr marL="33630" marR="33630" marT="15521" marB="15521" anchor="ctr">
                    <a:solidFill>
                      <a:schemeClr val="bg1">
                        <a:lumMod val="90000"/>
                      </a:schemeClr>
                    </a:solidFill>
                  </a:tcPr>
                </a:tc>
                <a:tc>
                  <a:txBody>
                    <a:bodyPr/>
                    <a:lstStyle/>
                    <a:p>
                      <a:pPr algn="ctr">
                        <a:buNone/>
                      </a:pPr>
                      <a:r>
                        <a:rPr lang="es-CO" sz="1800" b="0" noProof="0" dirty="0">
                          <a:effectLst/>
                          <a:latin typeface="Segoe UI" panose="020B0502040204020203" pitchFamily="34" charset="0"/>
                          <a:cs typeface="Segoe UI" panose="020B0502040204020203" pitchFamily="34" charset="0"/>
                        </a:rPr>
                        <a:t>44</a:t>
                      </a:r>
                    </a:p>
                  </a:txBody>
                  <a:tcPr marL="33630" marR="33630" marT="15521" marB="15521" anchor="ctr"/>
                </a:tc>
                <a:tc>
                  <a:txBody>
                    <a:bodyPr/>
                    <a:lstStyle/>
                    <a:p>
                      <a:pPr algn="ctr">
                        <a:buNone/>
                      </a:pPr>
                      <a:r>
                        <a:rPr lang="es-CO" sz="1800" b="0" noProof="0" dirty="0">
                          <a:effectLst/>
                          <a:latin typeface="Segoe UI" panose="020B0502040204020203" pitchFamily="34" charset="0"/>
                          <a:cs typeface="Segoe UI" panose="020B0502040204020203" pitchFamily="34" charset="0"/>
                        </a:rPr>
                        <a:t>16.67</a:t>
                      </a:r>
                    </a:p>
                  </a:txBody>
                  <a:tcPr marL="33630" marR="33630" marT="15521" marB="15521" anchor="ctr"/>
                </a:tc>
                <a:extLst>
                  <a:ext uri="{0D108BD9-81ED-4DB2-BD59-A6C34878D82A}">
                    <a16:rowId xmlns:a16="http://schemas.microsoft.com/office/drawing/2014/main" val="371561323"/>
                  </a:ext>
                </a:extLst>
              </a:tr>
              <a:tr h="180049">
                <a:tc>
                  <a:txBody>
                    <a:bodyPr/>
                    <a:lstStyle/>
                    <a:p>
                      <a:pPr algn="l">
                        <a:buNone/>
                      </a:pPr>
                      <a:r>
                        <a:rPr lang="es-CO" sz="1800" b="0" noProof="0" dirty="0">
                          <a:effectLst/>
                          <a:latin typeface="Segoe UI" panose="020B0502040204020203" pitchFamily="34" charset="0"/>
                          <a:cs typeface="Segoe UI" panose="020B0502040204020203" pitchFamily="34" charset="0"/>
                        </a:rPr>
                        <a:t>California</a:t>
                      </a:r>
                    </a:p>
                  </a:txBody>
                  <a:tcPr marL="33630" marR="33630" marT="15521" marB="15521" anchor="ctr">
                    <a:solidFill>
                      <a:schemeClr val="bg1">
                        <a:lumMod val="90000"/>
                      </a:schemeClr>
                    </a:solidFill>
                  </a:tcPr>
                </a:tc>
                <a:tc>
                  <a:txBody>
                    <a:bodyPr/>
                    <a:lstStyle/>
                    <a:p>
                      <a:pPr algn="ctr">
                        <a:buNone/>
                      </a:pPr>
                      <a:r>
                        <a:rPr lang="es-CO" sz="1800" b="0" noProof="0" dirty="0">
                          <a:effectLst/>
                          <a:latin typeface="Segoe UI" panose="020B0502040204020203" pitchFamily="34" charset="0"/>
                          <a:cs typeface="Segoe UI" panose="020B0502040204020203" pitchFamily="34" charset="0"/>
                        </a:rPr>
                        <a:t>35</a:t>
                      </a:r>
                    </a:p>
                  </a:txBody>
                  <a:tcPr marL="33630" marR="33630" marT="15521" marB="15521" anchor="ctr"/>
                </a:tc>
                <a:tc>
                  <a:txBody>
                    <a:bodyPr/>
                    <a:lstStyle/>
                    <a:p>
                      <a:pPr algn="ctr">
                        <a:buNone/>
                      </a:pPr>
                      <a:r>
                        <a:rPr lang="es-CO" sz="1800" b="0" noProof="0" dirty="0">
                          <a:effectLst/>
                          <a:latin typeface="Segoe UI" panose="020B0502040204020203" pitchFamily="34" charset="0"/>
                          <a:cs typeface="Segoe UI" panose="020B0502040204020203" pitchFamily="34" charset="0"/>
                        </a:rPr>
                        <a:t>13.26</a:t>
                      </a:r>
                    </a:p>
                  </a:txBody>
                  <a:tcPr marL="33630" marR="33630" marT="15521" marB="15521" anchor="ctr"/>
                </a:tc>
                <a:extLst>
                  <a:ext uri="{0D108BD9-81ED-4DB2-BD59-A6C34878D82A}">
                    <a16:rowId xmlns:a16="http://schemas.microsoft.com/office/drawing/2014/main" val="3604965773"/>
                  </a:ext>
                </a:extLst>
              </a:tr>
              <a:tr h="180049">
                <a:tc>
                  <a:txBody>
                    <a:bodyPr/>
                    <a:lstStyle/>
                    <a:p>
                      <a:pPr algn="l">
                        <a:buNone/>
                      </a:pPr>
                      <a:r>
                        <a:rPr lang="es-CO" sz="1800" b="0" noProof="0" dirty="0">
                          <a:effectLst/>
                          <a:latin typeface="Segoe UI" panose="020B0502040204020203" pitchFamily="34" charset="0"/>
                          <a:cs typeface="Segoe UI" panose="020B0502040204020203" pitchFamily="34" charset="0"/>
                        </a:rPr>
                        <a:t>Gringorten</a:t>
                      </a:r>
                    </a:p>
                  </a:txBody>
                  <a:tcPr marL="33630" marR="33630" marT="15521" marB="15521" anchor="ctr">
                    <a:solidFill>
                      <a:schemeClr val="bg1">
                        <a:lumMod val="90000"/>
                      </a:schemeClr>
                    </a:solidFill>
                  </a:tcPr>
                </a:tc>
                <a:tc>
                  <a:txBody>
                    <a:bodyPr/>
                    <a:lstStyle/>
                    <a:p>
                      <a:pPr algn="ctr">
                        <a:buNone/>
                      </a:pPr>
                      <a:r>
                        <a:rPr lang="es-CO" sz="1800" b="0" noProof="0" dirty="0">
                          <a:effectLst/>
                          <a:latin typeface="Segoe UI" panose="020B0502040204020203" pitchFamily="34" charset="0"/>
                          <a:cs typeface="Segoe UI" panose="020B0502040204020203" pitchFamily="34" charset="0"/>
                        </a:rPr>
                        <a:t>15</a:t>
                      </a:r>
                    </a:p>
                  </a:txBody>
                  <a:tcPr marL="33630" marR="33630" marT="15521" marB="15521" anchor="ctr"/>
                </a:tc>
                <a:tc>
                  <a:txBody>
                    <a:bodyPr/>
                    <a:lstStyle/>
                    <a:p>
                      <a:pPr algn="ctr">
                        <a:buNone/>
                      </a:pPr>
                      <a:r>
                        <a:rPr lang="es-CO" sz="1800" b="0" noProof="0" dirty="0">
                          <a:effectLst/>
                          <a:latin typeface="Segoe UI" panose="020B0502040204020203" pitchFamily="34" charset="0"/>
                          <a:cs typeface="Segoe UI" panose="020B0502040204020203" pitchFamily="34" charset="0"/>
                        </a:rPr>
                        <a:t>5.68</a:t>
                      </a:r>
                    </a:p>
                  </a:txBody>
                  <a:tcPr marL="33630" marR="33630" marT="15521" marB="15521" anchor="ctr"/>
                </a:tc>
                <a:extLst>
                  <a:ext uri="{0D108BD9-81ED-4DB2-BD59-A6C34878D82A}">
                    <a16:rowId xmlns:a16="http://schemas.microsoft.com/office/drawing/2014/main" val="637012674"/>
                  </a:ext>
                </a:extLst>
              </a:tr>
              <a:tr h="180049">
                <a:tc>
                  <a:txBody>
                    <a:bodyPr/>
                    <a:lstStyle/>
                    <a:p>
                      <a:pPr algn="l">
                        <a:buNone/>
                      </a:pPr>
                      <a:r>
                        <a:rPr lang="es-CO" sz="1800" b="0" noProof="0" dirty="0">
                          <a:effectLst/>
                          <a:latin typeface="Segoe UI" panose="020B0502040204020203" pitchFamily="34" charset="0"/>
                          <a:cs typeface="Segoe UI" panose="020B0502040204020203" pitchFamily="34" charset="0"/>
                        </a:rPr>
                        <a:t>Blom</a:t>
                      </a:r>
                    </a:p>
                  </a:txBody>
                  <a:tcPr marL="33630" marR="33630" marT="15521" marB="15521" anchor="ctr">
                    <a:solidFill>
                      <a:schemeClr val="bg1">
                        <a:lumMod val="90000"/>
                      </a:schemeClr>
                    </a:solidFill>
                  </a:tcPr>
                </a:tc>
                <a:tc>
                  <a:txBody>
                    <a:bodyPr/>
                    <a:lstStyle/>
                    <a:p>
                      <a:pPr algn="ctr">
                        <a:buNone/>
                      </a:pPr>
                      <a:r>
                        <a:rPr lang="es-CO" sz="1800" b="0" noProof="0" dirty="0">
                          <a:effectLst/>
                          <a:latin typeface="Segoe UI" panose="020B0502040204020203" pitchFamily="34" charset="0"/>
                          <a:cs typeface="Segoe UI" panose="020B0502040204020203" pitchFamily="34" charset="0"/>
                        </a:rPr>
                        <a:t>14</a:t>
                      </a:r>
                    </a:p>
                  </a:txBody>
                  <a:tcPr marL="33630" marR="33630" marT="15521" marB="15521" anchor="ctr"/>
                </a:tc>
                <a:tc>
                  <a:txBody>
                    <a:bodyPr/>
                    <a:lstStyle/>
                    <a:p>
                      <a:pPr algn="ctr">
                        <a:buNone/>
                      </a:pPr>
                      <a:r>
                        <a:rPr lang="es-CO" sz="1800" b="0" noProof="0" dirty="0">
                          <a:effectLst/>
                          <a:latin typeface="Segoe UI" panose="020B0502040204020203" pitchFamily="34" charset="0"/>
                          <a:cs typeface="Segoe UI" panose="020B0502040204020203" pitchFamily="34" charset="0"/>
                        </a:rPr>
                        <a:t>5.3</a:t>
                      </a:r>
                    </a:p>
                  </a:txBody>
                  <a:tcPr marL="33630" marR="33630" marT="15521" marB="15521" anchor="ctr"/>
                </a:tc>
                <a:extLst>
                  <a:ext uri="{0D108BD9-81ED-4DB2-BD59-A6C34878D82A}">
                    <a16:rowId xmlns:a16="http://schemas.microsoft.com/office/drawing/2014/main" val="1496772823"/>
                  </a:ext>
                </a:extLst>
              </a:tr>
              <a:tr h="180049">
                <a:tc>
                  <a:txBody>
                    <a:bodyPr/>
                    <a:lstStyle/>
                    <a:p>
                      <a:pPr algn="l">
                        <a:buNone/>
                      </a:pPr>
                      <a:r>
                        <a:rPr lang="es-CO" sz="1800" b="0" noProof="0" dirty="0">
                          <a:effectLst/>
                          <a:latin typeface="Segoe UI" panose="020B0502040204020203" pitchFamily="34" charset="0"/>
                          <a:cs typeface="Segoe UI" panose="020B0502040204020203" pitchFamily="34" charset="0"/>
                        </a:rPr>
                        <a:t>Cunnane</a:t>
                      </a:r>
                    </a:p>
                  </a:txBody>
                  <a:tcPr marL="33630" marR="33630" marT="15521" marB="15521" anchor="ctr">
                    <a:solidFill>
                      <a:schemeClr val="bg1">
                        <a:lumMod val="90000"/>
                      </a:schemeClr>
                    </a:solidFill>
                  </a:tcPr>
                </a:tc>
                <a:tc>
                  <a:txBody>
                    <a:bodyPr/>
                    <a:lstStyle/>
                    <a:p>
                      <a:pPr algn="ctr">
                        <a:buNone/>
                      </a:pPr>
                      <a:r>
                        <a:rPr lang="es-CO" sz="1800" b="0" noProof="0" dirty="0">
                          <a:effectLst/>
                          <a:latin typeface="Segoe UI" panose="020B0502040204020203" pitchFamily="34" charset="0"/>
                          <a:cs typeface="Segoe UI" panose="020B0502040204020203" pitchFamily="34" charset="0"/>
                        </a:rPr>
                        <a:t>12</a:t>
                      </a:r>
                    </a:p>
                  </a:txBody>
                  <a:tcPr marL="33630" marR="33630" marT="15521" marB="15521" anchor="ctr"/>
                </a:tc>
                <a:tc>
                  <a:txBody>
                    <a:bodyPr/>
                    <a:lstStyle/>
                    <a:p>
                      <a:pPr algn="ctr">
                        <a:buNone/>
                      </a:pPr>
                      <a:r>
                        <a:rPr lang="es-CO" sz="1800" b="0" noProof="0" dirty="0">
                          <a:effectLst/>
                          <a:latin typeface="Segoe UI" panose="020B0502040204020203" pitchFamily="34" charset="0"/>
                          <a:cs typeface="Segoe UI" panose="020B0502040204020203" pitchFamily="34" charset="0"/>
                        </a:rPr>
                        <a:t>4.55</a:t>
                      </a:r>
                    </a:p>
                  </a:txBody>
                  <a:tcPr marL="33630" marR="33630" marT="15521" marB="15521" anchor="ctr"/>
                </a:tc>
                <a:extLst>
                  <a:ext uri="{0D108BD9-81ED-4DB2-BD59-A6C34878D82A}">
                    <a16:rowId xmlns:a16="http://schemas.microsoft.com/office/drawing/2014/main" val="3250878108"/>
                  </a:ext>
                </a:extLst>
              </a:tr>
              <a:tr h="180049">
                <a:tc>
                  <a:txBody>
                    <a:bodyPr/>
                    <a:lstStyle/>
                    <a:p>
                      <a:pPr algn="l">
                        <a:buNone/>
                      </a:pPr>
                      <a:r>
                        <a:rPr lang="es-CO" sz="1800" b="0" noProof="0" dirty="0">
                          <a:effectLst/>
                          <a:latin typeface="Segoe UI" panose="020B0502040204020203" pitchFamily="34" charset="0"/>
                          <a:cs typeface="Segoe UI" panose="020B0502040204020203" pitchFamily="34" charset="0"/>
                        </a:rPr>
                        <a:t>Tukey</a:t>
                      </a:r>
                    </a:p>
                  </a:txBody>
                  <a:tcPr marL="33630" marR="33630" marT="15521" marB="15521" anchor="ctr">
                    <a:solidFill>
                      <a:schemeClr val="bg1">
                        <a:lumMod val="90000"/>
                      </a:schemeClr>
                    </a:solidFill>
                  </a:tcPr>
                </a:tc>
                <a:tc>
                  <a:txBody>
                    <a:bodyPr/>
                    <a:lstStyle/>
                    <a:p>
                      <a:pPr algn="ctr">
                        <a:buNone/>
                      </a:pPr>
                      <a:r>
                        <a:rPr lang="es-CO" sz="1800" b="0" noProof="0" dirty="0">
                          <a:effectLst/>
                          <a:latin typeface="Segoe UI" panose="020B0502040204020203" pitchFamily="34" charset="0"/>
                          <a:cs typeface="Segoe UI" panose="020B0502040204020203" pitchFamily="34" charset="0"/>
                        </a:rPr>
                        <a:t>10</a:t>
                      </a:r>
                    </a:p>
                  </a:txBody>
                  <a:tcPr marL="33630" marR="33630" marT="15521" marB="15521" anchor="ctr"/>
                </a:tc>
                <a:tc>
                  <a:txBody>
                    <a:bodyPr/>
                    <a:lstStyle/>
                    <a:p>
                      <a:pPr algn="ctr">
                        <a:buNone/>
                      </a:pPr>
                      <a:r>
                        <a:rPr lang="es-CO" sz="1800" b="0" noProof="0" dirty="0">
                          <a:effectLst/>
                          <a:latin typeface="Segoe UI" panose="020B0502040204020203" pitchFamily="34" charset="0"/>
                          <a:cs typeface="Segoe UI" panose="020B0502040204020203" pitchFamily="34" charset="0"/>
                        </a:rPr>
                        <a:t>3.79</a:t>
                      </a:r>
                    </a:p>
                  </a:txBody>
                  <a:tcPr marL="33630" marR="33630" marT="15521" marB="15521" anchor="ctr"/>
                </a:tc>
                <a:extLst>
                  <a:ext uri="{0D108BD9-81ED-4DB2-BD59-A6C34878D82A}">
                    <a16:rowId xmlns:a16="http://schemas.microsoft.com/office/drawing/2014/main" val="1295637170"/>
                  </a:ext>
                </a:extLst>
              </a:tr>
              <a:tr h="180049">
                <a:tc>
                  <a:txBody>
                    <a:bodyPr/>
                    <a:lstStyle/>
                    <a:p>
                      <a:pPr algn="l">
                        <a:buNone/>
                      </a:pPr>
                      <a:r>
                        <a:rPr lang="es-CO" sz="1800" b="0" noProof="0" dirty="0">
                          <a:effectLst/>
                          <a:latin typeface="Segoe UI" panose="020B0502040204020203" pitchFamily="34" charset="0"/>
                          <a:cs typeface="Segoe UI" panose="020B0502040204020203" pitchFamily="34" charset="0"/>
                        </a:rPr>
                        <a:t>Chegodayev</a:t>
                      </a:r>
                    </a:p>
                  </a:txBody>
                  <a:tcPr marL="33630" marR="33630" marT="15521" marB="15521" anchor="ctr">
                    <a:solidFill>
                      <a:schemeClr val="bg1">
                        <a:lumMod val="90000"/>
                      </a:schemeClr>
                    </a:solidFill>
                  </a:tcPr>
                </a:tc>
                <a:tc>
                  <a:txBody>
                    <a:bodyPr/>
                    <a:lstStyle/>
                    <a:p>
                      <a:pPr algn="ctr">
                        <a:buNone/>
                      </a:pPr>
                      <a:r>
                        <a:rPr lang="es-CO" sz="1800" b="0" noProof="0" dirty="0">
                          <a:effectLst/>
                          <a:latin typeface="Segoe UI" panose="020B0502040204020203" pitchFamily="34" charset="0"/>
                          <a:cs typeface="Segoe UI" panose="020B0502040204020203" pitchFamily="34" charset="0"/>
                        </a:rPr>
                        <a:t>8</a:t>
                      </a:r>
                    </a:p>
                  </a:txBody>
                  <a:tcPr marL="33630" marR="33630" marT="15521" marB="15521" anchor="ctr"/>
                </a:tc>
                <a:tc>
                  <a:txBody>
                    <a:bodyPr/>
                    <a:lstStyle/>
                    <a:p>
                      <a:pPr algn="ctr">
                        <a:buNone/>
                      </a:pPr>
                      <a:r>
                        <a:rPr lang="es-CO" sz="1800" b="0" noProof="0" dirty="0">
                          <a:effectLst/>
                          <a:latin typeface="Segoe UI" panose="020B0502040204020203" pitchFamily="34" charset="0"/>
                          <a:cs typeface="Segoe UI" panose="020B0502040204020203" pitchFamily="34" charset="0"/>
                        </a:rPr>
                        <a:t>3.03</a:t>
                      </a:r>
                    </a:p>
                  </a:txBody>
                  <a:tcPr marL="33630" marR="33630" marT="15521" marB="15521" anchor="ctr"/>
                </a:tc>
                <a:extLst>
                  <a:ext uri="{0D108BD9-81ED-4DB2-BD59-A6C34878D82A}">
                    <a16:rowId xmlns:a16="http://schemas.microsoft.com/office/drawing/2014/main" val="869068839"/>
                  </a:ext>
                </a:extLst>
              </a:tr>
              <a:tr h="180049">
                <a:tc>
                  <a:txBody>
                    <a:bodyPr/>
                    <a:lstStyle/>
                    <a:p>
                      <a:pPr algn="l">
                        <a:buNone/>
                      </a:pPr>
                      <a:r>
                        <a:rPr lang="es-CO" sz="1800" b="0" noProof="0" dirty="0">
                          <a:effectLst/>
                          <a:latin typeface="Segoe UI" panose="020B0502040204020203" pitchFamily="34" charset="0"/>
                          <a:cs typeface="Segoe UI" panose="020B0502040204020203" pitchFamily="34" charset="0"/>
                        </a:rPr>
                        <a:t>Filliben</a:t>
                      </a:r>
                    </a:p>
                  </a:txBody>
                  <a:tcPr marL="33630" marR="33630" marT="15521" marB="15521" anchor="ctr">
                    <a:solidFill>
                      <a:schemeClr val="bg1">
                        <a:lumMod val="90000"/>
                      </a:schemeClr>
                    </a:solidFill>
                  </a:tcPr>
                </a:tc>
                <a:tc>
                  <a:txBody>
                    <a:bodyPr/>
                    <a:lstStyle/>
                    <a:p>
                      <a:pPr algn="ctr">
                        <a:buNone/>
                      </a:pPr>
                      <a:r>
                        <a:rPr lang="es-CO" sz="1800" b="0" noProof="0" dirty="0">
                          <a:effectLst/>
                          <a:latin typeface="Segoe UI" panose="020B0502040204020203" pitchFamily="34" charset="0"/>
                          <a:cs typeface="Segoe UI" panose="020B0502040204020203" pitchFamily="34" charset="0"/>
                        </a:rPr>
                        <a:t>3</a:t>
                      </a:r>
                    </a:p>
                  </a:txBody>
                  <a:tcPr marL="33630" marR="33630" marT="15521" marB="15521" anchor="ctr"/>
                </a:tc>
                <a:tc>
                  <a:txBody>
                    <a:bodyPr/>
                    <a:lstStyle/>
                    <a:p>
                      <a:pPr algn="ctr">
                        <a:buNone/>
                      </a:pPr>
                      <a:r>
                        <a:rPr lang="es-CO" sz="1800" b="0" noProof="0" dirty="0">
                          <a:effectLst/>
                          <a:latin typeface="Segoe UI" panose="020B0502040204020203" pitchFamily="34" charset="0"/>
                          <a:cs typeface="Segoe UI" panose="020B0502040204020203" pitchFamily="34" charset="0"/>
                        </a:rPr>
                        <a:t>1.14</a:t>
                      </a:r>
                    </a:p>
                  </a:txBody>
                  <a:tcPr marL="33630" marR="33630" marT="15521" marB="15521" anchor="ctr"/>
                </a:tc>
                <a:extLst>
                  <a:ext uri="{0D108BD9-81ED-4DB2-BD59-A6C34878D82A}">
                    <a16:rowId xmlns:a16="http://schemas.microsoft.com/office/drawing/2014/main" val="2103035330"/>
                  </a:ext>
                </a:extLst>
              </a:tr>
              <a:tr h="180049">
                <a:tc>
                  <a:txBody>
                    <a:bodyPr/>
                    <a:lstStyle/>
                    <a:p>
                      <a:pPr algn="l">
                        <a:buNone/>
                      </a:pPr>
                      <a:r>
                        <a:rPr lang="es-CO" sz="1800" b="0" noProof="0" dirty="0">
                          <a:effectLst/>
                          <a:latin typeface="Segoe UI" panose="020B0502040204020203" pitchFamily="34" charset="0"/>
                          <a:cs typeface="Segoe UI" panose="020B0502040204020203" pitchFamily="34" charset="0"/>
                        </a:rPr>
                        <a:t>Jenkinson</a:t>
                      </a:r>
                    </a:p>
                  </a:txBody>
                  <a:tcPr marL="33630" marR="33630" marT="15521" marB="15521" anchor="ctr">
                    <a:solidFill>
                      <a:schemeClr val="bg1">
                        <a:lumMod val="90000"/>
                      </a:schemeClr>
                    </a:solidFill>
                  </a:tcPr>
                </a:tc>
                <a:tc>
                  <a:txBody>
                    <a:bodyPr/>
                    <a:lstStyle/>
                    <a:p>
                      <a:pPr algn="ctr">
                        <a:buNone/>
                      </a:pPr>
                      <a:r>
                        <a:rPr lang="es-CO" sz="1800" b="0" noProof="0" dirty="0">
                          <a:effectLst/>
                          <a:latin typeface="Segoe UI" panose="020B0502040204020203" pitchFamily="34" charset="0"/>
                          <a:cs typeface="Segoe UI" panose="020B0502040204020203" pitchFamily="34" charset="0"/>
                        </a:rPr>
                        <a:t>2</a:t>
                      </a:r>
                    </a:p>
                  </a:txBody>
                  <a:tcPr marL="33630" marR="33630" marT="15521" marB="15521" anchor="ctr"/>
                </a:tc>
                <a:tc>
                  <a:txBody>
                    <a:bodyPr/>
                    <a:lstStyle/>
                    <a:p>
                      <a:pPr algn="ctr">
                        <a:buNone/>
                      </a:pPr>
                      <a:r>
                        <a:rPr lang="es-CO" sz="1800" b="0" noProof="0" dirty="0">
                          <a:effectLst/>
                          <a:latin typeface="Segoe UI" panose="020B0502040204020203" pitchFamily="34" charset="0"/>
                          <a:cs typeface="Segoe UI" panose="020B0502040204020203" pitchFamily="34" charset="0"/>
                        </a:rPr>
                        <a:t>0.76</a:t>
                      </a:r>
                    </a:p>
                  </a:txBody>
                  <a:tcPr marL="33630" marR="33630" marT="15521" marB="15521" anchor="ctr"/>
                </a:tc>
                <a:extLst>
                  <a:ext uri="{0D108BD9-81ED-4DB2-BD59-A6C34878D82A}">
                    <a16:rowId xmlns:a16="http://schemas.microsoft.com/office/drawing/2014/main" val="3319305576"/>
                  </a:ext>
                </a:extLst>
              </a:tr>
            </a:tbl>
          </a:graphicData>
        </a:graphic>
      </p:graphicFrame>
      <p:sp>
        <p:nvSpPr>
          <p:cNvPr id="8" name="Title 1">
            <a:extLst>
              <a:ext uri="{FF2B5EF4-FFF2-40B4-BE49-F238E27FC236}">
                <a16:creationId xmlns:a16="http://schemas.microsoft.com/office/drawing/2014/main" id="{5188474C-CBD7-8EF8-05FA-752022487796}"/>
              </a:ext>
            </a:extLst>
          </p:cNvPr>
          <p:cNvSpPr>
            <a:spLocks noGrp="1"/>
          </p:cNvSpPr>
          <p:nvPr>
            <p:ph type="title"/>
          </p:nvPr>
        </p:nvSpPr>
        <p:spPr>
          <a:xfrm>
            <a:off x="257837" y="1287570"/>
            <a:ext cx="7173565" cy="987790"/>
          </a:xfrm>
        </p:spPr>
        <p:txBody>
          <a:bodyPr anchor="t" anchorCtr="0">
            <a:noAutofit/>
          </a:bodyPr>
          <a:lstStyle/>
          <a:p>
            <a:pPr algn="ctr"/>
            <a:r>
              <a:rPr lang="es-CO" noProof="0" dirty="0">
                <a:latin typeface="Segoe UI" panose="020B0502040204020203" pitchFamily="34" charset="0"/>
                <a:cs typeface="Segoe UI" panose="020B0502040204020203" pitchFamily="34" charset="0"/>
              </a:rPr>
              <a:t>Clasificación de </a:t>
            </a:r>
            <a:r>
              <a:rPr lang="es-CO" noProof="0" dirty="0">
                <a:latin typeface="Segoe UI Semibold" panose="020B0702040204020203" pitchFamily="34" charset="0"/>
                <a:cs typeface="Segoe UI Semibold" panose="020B0702040204020203" pitchFamily="34" charset="0"/>
              </a:rPr>
              <a:t>EDF</a:t>
            </a:r>
            <a:r>
              <a:rPr lang="es-CO" noProof="0" dirty="0">
                <a:latin typeface="Segoe UI" panose="020B0502040204020203" pitchFamily="34" charset="0"/>
                <a:cs typeface="Segoe UI" panose="020B0502040204020203" pitchFamily="34" charset="0"/>
              </a:rPr>
              <a:t> con mejor ajuste global para las 264 estaciones evaluadas en Colombia.</a:t>
            </a:r>
            <a:endParaRPr lang="es-CO" sz="2000" i="1" noProof="0" dirty="0">
              <a:solidFill>
                <a:schemeClr val="bg1">
                  <a:lumMod val="25000"/>
                </a:schemeClr>
              </a:solidFill>
              <a:latin typeface="Segoe UI" panose="020B0502040204020203" pitchFamily="34" charset="0"/>
              <a:cs typeface="Segoe UI" panose="020B0502040204020203" pitchFamily="34" charset="0"/>
            </a:endParaRPr>
          </a:p>
        </p:txBody>
      </p:sp>
      <p:pic>
        <p:nvPicPr>
          <p:cNvPr id="14" name="Picture 13">
            <a:extLst>
              <a:ext uri="{FF2B5EF4-FFF2-40B4-BE49-F238E27FC236}">
                <a16:creationId xmlns:a16="http://schemas.microsoft.com/office/drawing/2014/main" id="{0C0FFE8E-EA45-FDEC-DB4A-1E63E47AA416}"/>
              </a:ext>
            </a:extLst>
          </p:cNvPr>
          <p:cNvPicPr>
            <a:picLocks noChangeAspect="1"/>
          </p:cNvPicPr>
          <p:nvPr/>
        </p:nvPicPr>
        <p:blipFill>
          <a:blip r:embed="rId4"/>
          <a:stretch>
            <a:fillRect/>
          </a:stretch>
        </p:blipFill>
        <p:spPr>
          <a:xfrm>
            <a:off x="11054596" y="165838"/>
            <a:ext cx="1076333" cy="2409843"/>
          </a:xfrm>
          <a:prstGeom prst="roundRect">
            <a:avLst>
              <a:gd name="adj" fmla="val 8112"/>
            </a:avLst>
          </a:prstGeom>
        </p:spPr>
      </p:pic>
      <p:pic>
        <p:nvPicPr>
          <p:cNvPr id="3" name="Picture 2">
            <a:extLst>
              <a:ext uri="{FF2B5EF4-FFF2-40B4-BE49-F238E27FC236}">
                <a16:creationId xmlns:a16="http://schemas.microsoft.com/office/drawing/2014/main" id="{D22B2A64-E72B-6FBF-651D-7559CA6F95ED}"/>
              </a:ext>
            </a:extLst>
          </p:cNvPr>
          <p:cNvPicPr>
            <a:picLocks noChangeAspect="1"/>
          </p:cNvPicPr>
          <p:nvPr/>
        </p:nvPicPr>
        <p:blipFill>
          <a:blip r:embed="rId5">
            <a:lum bright="70000" contrast="-70000"/>
          </a:blip>
          <a:stretch>
            <a:fillRect/>
          </a:stretch>
        </p:blipFill>
        <p:spPr>
          <a:xfrm>
            <a:off x="11164869" y="5046371"/>
            <a:ext cx="644335" cy="644335"/>
          </a:xfrm>
          <a:prstGeom prst="rect">
            <a:avLst/>
          </a:prstGeom>
        </p:spPr>
      </p:pic>
      <p:pic>
        <p:nvPicPr>
          <p:cNvPr id="6" name="Imagen 4">
            <a:extLst>
              <a:ext uri="{FF2B5EF4-FFF2-40B4-BE49-F238E27FC236}">
                <a16:creationId xmlns:a16="http://schemas.microsoft.com/office/drawing/2014/main" id="{2874AECF-6591-E574-AA4A-E9F3184F2CAC}"/>
              </a:ext>
            </a:extLst>
          </p:cNvPr>
          <p:cNvPicPr>
            <a:picLocks noChangeAspect="1"/>
          </p:cNvPicPr>
          <p:nvPr/>
        </p:nvPicPr>
        <p:blipFill>
          <a:blip r:embed="rId6">
            <a:extLst>
              <a:ext uri="{28A0092B-C50C-407E-A947-70E740481C1C}">
                <a14:useLocalDpi xmlns:a14="http://schemas.microsoft.com/office/drawing/2010/main" val="0"/>
              </a:ext>
            </a:extLst>
          </a:blip>
          <a:srcRect b="84948"/>
          <a:stretch>
            <a:fillRect/>
          </a:stretch>
        </p:blipFill>
        <p:spPr>
          <a:xfrm>
            <a:off x="0" y="-16873"/>
            <a:ext cx="12192000" cy="1032252"/>
          </a:xfrm>
          <a:prstGeom prst="rect">
            <a:avLst/>
          </a:prstGeom>
        </p:spPr>
      </p:pic>
    </p:spTree>
    <p:extLst>
      <p:ext uri="{BB962C8B-B14F-4D97-AF65-F5344CB8AC3E}">
        <p14:creationId xmlns:p14="http://schemas.microsoft.com/office/powerpoint/2010/main" val="3692146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5ADE6-AD27-DC09-DD9E-4A0ECC0E7D7D}"/>
            </a:ext>
          </a:extLst>
        </p:cNvPr>
        <p:cNvGrpSpPr/>
        <p:nvPr/>
      </p:nvGrpSpPr>
      <p:grpSpPr>
        <a:xfrm>
          <a:off x="0" y="0"/>
          <a:ext cx="0" cy="0"/>
          <a:chOff x="0" y="0"/>
          <a:chExt cx="0" cy="0"/>
        </a:xfrm>
      </p:grpSpPr>
      <p:pic>
        <p:nvPicPr>
          <p:cNvPr id="17" name="Picture 16">
            <a:extLst>
              <a:ext uri="{FF2B5EF4-FFF2-40B4-BE49-F238E27FC236}">
                <a16:creationId xmlns:a16="http://schemas.microsoft.com/office/drawing/2014/main" id="{DB115353-473D-CF9B-DE79-C4D307B4CD76}"/>
              </a:ext>
            </a:extLst>
          </p:cNvPr>
          <p:cNvPicPr>
            <a:picLocks noChangeAspect="1"/>
          </p:cNvPicPr>
          <p:nvPr/>
        </p:nvPicPr>
        <p:blipFill>
          <a:blip r:embed="rId3"/>
          <a:stretch>
            <a:fillRect/>
          </a:stretch>
        </p:blipFill>
        <p:spPr>
          <a:xfrm>
            <a:off x="6040581" y="0"/>
            <a:ext cx="6151419" cy="6858000"/>
          </a:xfrm>
          <a:prstGeom prst="rect">
            <a:avLst/>
          </a:prstGeom>
        </p:spPr>
      </p:pic>
      <p:pic>
        <p:nvPicPr>
          <p:cNvPr id="6" name="Picture 5">
            <a:extLst>
              <a:ext uri="{FF2B5EF4-FFF2-40B4-BE49-F238E27FC236}">
                <a16:creationId xmlns:a16="http://schemas.microsoft.com/office/drawing/2014/main" id="{2A9DD293-0258-EDDE-6F60-A4A88B07AD1A}"/>
              </a:ext>
            </a:extLst>
          </p:cNvPr>
          <p:cNvPicPr>
            <a:picLocks noChangeAspect="1"/>
          </p:cNvPicPr>
          <p:nvPr/>
        </p:nvPicPr>
        <p:blipFill>
          <a:blip r:embed="rId4"/>
          <a:stretch>
            <a:fillRect/>
          </a:stretch>
        </p:blipFill>
        <p:spPr>
          <a:xfrm>
            <a:off x="748284" y="1741364"/>
            <a:ext cx="6151419" cy="3936017"/>
          </a:xfrm>
          <a:prstGeom prst="rect">
            <a:avLst/>
          </a:prstGeom>
        </p:spPr>
      </p:pic>
      <p:sp>
        <p:nvSpPr>
          <p:cNvPr id="15" name="Title 1">
            <a:extLst>
              <a:ext uri="{FF2B5EF4-FFF2-40B4-BE49-F238E27FC236}">
                <a16:creationId xmlns:a16="http://schemas.microsoft.com/office/drawing/2014/main" id="{8A911840-92E1-A928-08EF-9F62091AB390}"/>
              </a:ext>
            </a:extLst>
          </p:cNvPr>
          <p:cNvSpPr>
            <a:spLocks noGrp="1"/>
          </p:cNvSpPr>
          <p:nvPr>
            <p:ph type="title"/>
          </p:nvPr>
        </p:nvSpPr>
        <p:spPr>
          <a:xfrm>
            <a:off x="257836" y="1005643"/>
            <a:ext cx="7173565" cy="987790"/>
          </a:xfrm>
        </p:spPr>
        <p:txBody>
          <a:bodyPr anchor="t" anchorCtr="0">
            <a:noAutofit/>
          </a:bodyPr>
          <a:lstStyle/>
          <a:p>
            <a:pPr algn="ctr"/>
            <a:r>
              <a:rPr lang="es-CO" noProof="0" dirty="0">
                <a:latin typeface="Segoe UI" panose="020B0502040204020203" pitchFamily="34" charset="0"/>
                <a:cs typeface="Segoe UI" panose="020B0502040204020203" pitchFamily="34" charset="0"/>
              </a:rPr>
              <a:t>Clasificación de </a:t>
            </a:r>
            <a:r>
              <a:rPr lang="es-CO" dirty="0">
                <a:latin typeface="Segoe UI Semibold" panose="020B0702040204020203" pitchFamily="34" charset="0"/>
                <a:cs typeface="Segoe UI Semibold" panose="020B0702040204020203" pitchFamily="34" charset="0"/>
              </a:rPr>
              <a:t>PDF</a:t>
            </a:r>
            <a:r>
              <a:rPr lang="es-CO" noProof="0" dirty="0">
                <a:latin typeface="Segoe UI" panose="020B0502040204020203" pitchFamily="34" charset="0"/>
                <a:cs typeface="Segoe UI" panose="020B0502040204020203" pitchFamily="34" charset="0"/>
              </a:rPr>
              <a:t> con mejor ajuste global para las 264 estaciones evaluadas en Colombia.</a:t>
            </a:r>
            <a:endParaRPr lang="es-CO" sz="2000" i="1" noProof="0" dirty="0">
              <a:solidFill>
                <a:schemeClr val="bg1">
                  <a:lumMod val="25000"/>
                </a:schemeClr>
              </a:solidFill>
              <a:latin typeface="Segoe UI" panose="020B0502040204020203" pitchFamily="34" charset="0"/>
              <a:cs typeface="Segoe UI" panose="020B0502040204020203" pitchFamily="34" charset="0"/>
            </a:endParaRPr>
          </a:p>
        </p:txBody>
      </p:sp>
      <p:pic>
        <p:nvPicPr>
          <p:cNvPr id="19" name="Picture 18">
            <a:extLst>
              <a:ext uri="{FF2B5EF4-FFF2-40B4-BE49-F238E27FC236}">
                <a16:creationId xmlns:a16="http://schemas.microsoft.com/office/drawing/2014/main" id="{97E2483B-3CBC-57E0-56C6-5EC1550F9340}"/>
              </a:ext>
            </a:extLst>
          </p:cNvPr>
          <p:cNvPicPr>
            <a:picLocks noChangeAspect="1"/>
          </p:cNvPicPr>
          <p:nvPr/>
        </p:nvPicPr>
        <p:blipFill>
          <a:blip r:embed="rId5"/>
          <a:stretch>
            <a:fillRect/>
          </a:stretch>
        </p:blipFill>
        <p:spPr>
          <a:xfrm>
            <a:off x="10435877" y="949305"/>
            <a:ext cx="1085858" cy="914407"/>
          </a:xfrm>
          <a:prstGeom prst="roundRect">
            <a:avLst>
              <a:gd name="adj" fmla="val 6392"/>
            </a:avLst>
          </a:prstGeom>
        </p:spPr>
      </p:pic>
      <p:sp>
        <p:nvSpPr>
          <p:cNvPr id="2" name="Title 1">
            <a:extLst>
              <a:ext uri="{FF2B5EF4-FFF2-40B4-BE49-F238E27FC236}">
                <a16:creationId xmlns:a16="http://schemas.microsoft.com/office/drawing/2014/main" id="{F9B0249C-C6D6-85C9-D02F-036962AE5B2C}"/>
              </a:ext>
            </a:extLst>
          </p:cNvPr>
          <p:cNvSpPr txBox="1">
            <a:spLocks/>
          </p:cNvSpPr>
          <p:nvPr/>
        </p:nvSpPr>
        <p:spPr>
          <a:xfrm>
            <a:off x="104229" y="5688276"/>
            <a:ext cx="7480780" cy="1072310"/>
          </a:xfrm>
          <a:prstGeom prst="rect">
            <a:avLst/>
          </a:prstGeom>
        </p:spPr>
        <p:txBody>
          <a:bodyPr vert="horz" lIns="91440" tIns="45720" rIns="91440" bIns="45720" rtlCol="0" anchor="t" anchorCtr="0">
            <a:noAutofit/>
          </a:bodyPr>
          <a:lstStyle>
            <a:lvl1pPr algn="l" defTabSz="914377" rtl="0" eaLnBrk="1" latinLnBrk="0" hangingPunct="1">
              <a:lnSpc>
                <a:spcPct val="90000"/>
              </a:lnSpc>
              <a:spcBef>
                <a:spcPct val="0"/>
              </a:spcBef>
              <a:buNone/>
              <a:defRPr sz="2600" kern="1200">
                <a:solidFill>
                  <a:schemeClr val="tx1"/>
                </a:solidFill>
                <a:latin typeface="+mj-lt"/>
                <a:ea typeface="+mj-ea"/>
                <a:cs typeface="+mj-cs"/>
              </a:defRPr>
            </a:lvl1pPr>
          </a:lstStyle>
          <a:p>
            <a:pPr algn="ctr"/>
            <a:r>
              <a:rPr lang="es-CO" sz="1600" dirty="0">
                <a:latin typeface="Segoe UI" panose="020B0502040204020203" pitchFamily="34" charset="0"/>
                <a:cs typeface="Segoe UI" panose="020B0502040204020203" pitchFamily="34" charset="0"/>
              </a:rPr>
              <a:t>En el análisis global de PDF, la familia con mayor frecuencia en la primera posición fue la función log‑Johnson SU (9.09 %), seguida de Johnson SU (6.82 %), log‑Gamma (4.55 %) y log‑Weibull (3.79 %); otras funciones con presencia relevante fueron Gamma, Generalized Normal y Weibull (≈3–3.5 % cada una). </a:t>
            </a:r>
            <a:endParaRPr lang="es-CO" sz="1600" i="1" dirty="0">
              <a:solidFill>
                <a:schemeClr val="bg1">
                  <a:lumMod val="25000"/>
                </a:schemeClr>
              </a:solidFill>
              <a:latin typeface="Segoe UI" panose="020B0502040204020203" pitchFamily="34" charset="0"/>
              <a:cs typeface="Segoe UI" panose="020B0502040204020203" pitchFamily="34" charset="0"/>
            </a:endParaRPr>
          </a:p>
        </p:txBody>
      </p:sp>
      <p:pic>
        <p:nvPicPr>
          <p:cNvPr id="5" name="Picture 4">
            <a:extLst>
              <a:ext uri="{FF2B5EF4-FFF2-40B4-BE49-F238E27FC236}">
                <a16:creationId xmlns:a16="http://schemas.microsoft.com/office/drawing/2014/main" id="{EC437D17-74E8-F599-006D-A95349BD9CB4}"/>
              </a:ext>
            </a:extLst>
          </p:cNvPr>
          <p:cNvPicPr>
            <a:picLocks noChangeAspect="1"/>
          </p:cNvPicPr>
          <p:nvPr/>
        </p:nvPicPr>
        <p:blipFill>
          <a:blip r:embed="rId6">
            <a:lum bright="70000" contrast="-70000"/>
          </a:blip>
          <a:stretch>
            <a:fillRect/>
          </a:stretch>
        </p:blipFill>
        <p:spPr>
          <a:xfrm>
            <a:off x="11164869" y="5046371"/>
            <a:ext cx="644335" cy="644335"/>
          </a:xfrm>
          <a:prstGeom prst="rect">
            <a:avLst/>
          </a:prstGeom>
        </p:spPr>
      </p:pic>
      <p:pic>
        <p:nvPicPr>
          <p:cNvPr id="8" name="Imagen 4">
            <a:extLst>
              <a:ext uri="{FF2B5EF4-FFF2-40B4-BE49-F238E27FC236}">
                <a16:creationId xmlns:a16="http://schemas.microsoft.com/office/drawing/2014/main" id="{6984768F-0EBF-320F-E3EA-C4944E1640AD}"/>
              </a:ext>
            </a:extLst>
          </p:cNvPr>
          <p:cNvPicPr>
            <a:picLocks noChangeAspect="1"/>
          </p:cNvPicPr>
          <p:nvPr/>
        </p:nvPicPr>
        <p:blipFill>
          <a:blip r:embed="rId7">
            <a:extLst>
              <a:ext uri="{28A0092B-C50C-407E-A947-70E740481C1C}">
                <a14:useLocalDpi xmlns:a14="http://schemas.microsoft.com/office/drawing/2010/main" val="0"/>
              </a:ext>
            </a:extLst>
          </a:blip>
          <a:srcRect b="84948"/>
          <a:stretch>
            <a:fillRect/>
          </a:stretch>
        </p:blipFill>
        <p:spPr>
          <a:xfrm>
            <a:off x="0" y="-16873"/>
            <a:ext cx="12192000" cy="1032252"/>
          </a:xfrm>
          <a:prstGeom prst="rect">
            <a:avLst/>
          </a:prstGeom>
        </p:spPr>
      </p:pic>
    </p:spTree>
    <p:extLst>
      <p:ext uri="{BB962C8B-B14F-4D97-AF65-F5344CB8AC3E}">
        <p14:creationId xmlns:p14="http://schemas.microsoft.com/office/powerpoint/2010/main" val="9449797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C96F945-9385-D703-C635-0FFF06E603D3}"/>
            </a:ext>
          </a:extLst>
        </p:cNvPr>
        <p:cNvGrpSpPr/>
        <p:nvPr/>
      </p:nvGrpSpPr>
      <p:grpSpPr>
        <a:xfrm>
          <a:off x="0" y="0"/>
          <a:ext cx="0" cy="0"/>
          <a:chOff x="0" y="0"/>
          <a:chExt cx="0" cy="0"/>
        </a:xfrm>
      </p:grpSpPr>
      <p:pic>
        <p:nvPicPr>
          <p:cNvPr id="20" name="Picture 19">
            <a:extLst>
              <a:ext uri="{FF2B5EF4-FFF2-40B4-BE49-F238E27FC236}">
                <a16:creationId xmlns:a16="http://schemas.microsoft.com/office/drawing/2014/main" id="{BA89EEB3-5D65-079A-8D5C-5939476696F6}"/>
              </a:ext>
            </a:extLst>
          </p:cNvPr>
          <p:cNvPicPr>
            <a:picLocks noChangeAspect="1"/>
          </p:cNvPicPr>
          <p:nvPr/>
        </p:nvPicPr>
        <p:blipFill>
          <a:blip r:embed="rId3"/>
          <a:stretch>
            <a:fillRect/>
          </a:stretch>
        </p:blipFill>
        <p:spPr>
          <a:xfrm>
            <a:off x="7442230" y="170480"/>
            <a:ext cx="4631697" cy="6687519"/>
          </a:xfrm>
          <a:prstGeom prst="rect">
            <a:avLst/>
          </a:prstGeom>
        </p:spPr>
      </p:pic>
      <p:pic>
        <p:nvPicPr>
          <p:cNvPr id="7" name="Picture 6" descr="R.HydroTools">
            <a:extLst>
              <a:ext uri="{FF2B5EF4-FFF2-40B4-BE49-F238E27FC236}">
                <a16:creationId xmlns:a16="http://schemas.microsoft.com/office/drawing/2014/main" id="{FC4ACDBC-79C7-5255-886A-3C9CE044637C}"/>
              </a:ext>
            </a:extLst>
          </p:cNvPr>
          <p:cNvPicPr>
            <a:picLocks noChangeAspect="1"/>
          </p:cNvPicPr>
          <p:nvPr/>
        </p:nvPicPr>
        <p:blipFill>
          <a:blip r:embed="rId4"/>
          <a:srcRect b="3668"/>
          <a:stretch>
            <a:fillRect/>
          </a:stretch>
        </p:blipFill>
        <p:spPr>
          <a:xfrm>
            <a:off x="385931" y="1743087"/>
            <a:ext cx="8215007" cy="4748185"/>
          </a:xfrm>
          <a:prstGeom prst="rect">
            <a:avLst/>
          </a:prstGeom>
        </p:spPr>
      </p:pic>
      <p:pic>
        <p:nvPicPr>
          <p:cNvPr id="22" name="Picture 21">
            <a:extLst>
              <a:ext uri="{FF2B5EF4-FFF2-40B4-BE49-F238E27FC236}">
                <a16:creationId xmlns:a16="http://schemas.microsoft.com/office/drawing/2014/main" id="{153A450B-9966-6781-A010-C5FD89BC519E}"/>
              </a:ext>
            </a:extLst>
          </p:cNvPr>
          <p:cNvPicPr>
            <a:picLocks noChangeAspect="1"/>
          </p:cNvPicPr>
          <p:nvPr/>
        </p:nvPicPr>
        <p:blipFill>
          <a:blip r:embed="rId5"/>
          <a:stretch>
            <a:fillRect/>
          </a:stretch>
        </p:blipFill>
        <p:spPr>
          <a:xfrm>
            <a:off x="10805240" y="5666594"/>
            <a:ext cx="1085858" cy="914407"/>
          </a:xfrm>
          <a:prstGeom prst="rect">
            <a:avLst/>
          </a:prstGeom>
        </p:spPr>
      </p:pic>
      <p:grpSp>
        <p:nvGrpSpPr>
          <p:cNvPr id="23" name="Group 22">
            <a:extLst>
              <a:ext uri="{FF2B5EF4-FFF2-40B4-BE49-F238E27FC236}">
                <a16:creationId xmlns:a16="http://schemas.microsoft.com/office/drawing/2014/main" id="{3D5BFB9F-84E7-B454-D285-C8B9FB942FA8}"/>
              </a:ext>
            </a:extLst>
          </p:cNvPr>
          <p:cNvGrpSpPr/>
          <p:nvPr/>
        </p:nvGrpSpPr>
        <p:grpSpPr>
          <a:xfrm>
            <a:off x="2045776" y="2367082"/>
            <a:ext cx="6036590" cy="1360260"/>
            <a:chOff x="2045776" y="2367082"/>
            <a:chExt cx="6036590" cy="1360260"/>
          </a:xfrm>
        </p:grpSpPr>
        <p:sp>
          <p:nvSpPr>
            <p:cNvPr id="9" name="Rectangle: Rounded Corners 8">
              <a:hlinkClick r:id="rId6"/>
              <a:extLst>
                <a:ext uri="{FF2B5EF4-FFF2-40B4-BE49-F238E27FC236}">
                  <a16:creationId xmlns:a16="http://schemas.microsoft.com/office/drawing/2014/main" id="{884B6E2B-8058-368B-CAB7-EA41E1544239}"/>
                </a:ext>
              </a:extLst>
            </p:cNvPr>
            <p:cNvSpPr/>
            <p:nvPr/>
          </p:nvSpPr>
          <p:spPr>
            <a:xfrm>
              <a:off x="2045776" y="2367082"/>
              <a:ext cx="6036590" cy="1360260"/>
            </a:xfrm>
            <a:prstGeom prst="roundRect">
              <a:avLst>
                <a:gd name="adj" fmla="val 11476"/>
              </a:avLst>
            </a:pr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0" name="Title 1">
              <a:extLst>
                <a:ext uri="{FF2B5EF4-FFF2-40B4-BE49-F238E27FC236}">
                  <a16:creationId xmlns:a16="http://schemas.microsoft.com/office/drawing/2014/main" id="{E09E8C85-864A-410C-C320-E7B83980E762}"/>
                </a:ext>
              </a:extLst>
            </p:cNvPr>
            <p:cNvSpPr txBox="1">
              <a:spLocks/>
            </p:cNvSpPr>
            <p:nvPr/>
          </p:nvSpPr>
          <p:spPr>
            <a:xfrm>
              <a:off x="2173637" y="2457961"/>
              <a:ext cx="5792494" cy="401050"/>
            </a:xfrm>
            <a:prstGeom prst="rect">
              <a:avLst/>
            </a:prstGeom>
          </p:spPr>
          <p:txBody>
            <a:bodyPr vert="horz" lIns="91440" tIns="45720" rIns="91440" bIns="45720" rtlCol="0" anchor="t" anchorCtr="0">
              <a:noAutofit/>
            </a:bodyPr>
            <a:lstStyle>
              <a:lvl1pPr algn="l" defTabSz="914377" rtl="0" eaLnBrk="1" latinLnBrk="0" hangingPunct="1">
                <a:lnSpc>
                  <a:spcPct val="90000"/>
                </a:lnSpc>
                <a:spcBef>
                  <a:spcPct val="0"/>
                </a:spcBef>
                <a:buNone/>
                <a:defRPr sz="2600" kern="1200">
                  <a:solidFill>
                    <a:schemeClr val="tx1"/>
                  </a:solidFill>
                  <a:latin typeface="+mj-lt"/>
                  <a:ea typeface="+mj-ea"/>
                  <a:cs typeface="+mj-cs"/>
                </a:defRPr>
              </a:lvl1pPr>
            </a:lstStyle>
            <a:p>
              <a:pPr algn="ctr"/>
              <a:r>
                <a:rPr lang="es-CO" sz="1800" dirty="0">
                  <a:solidFill>
                    <a:schemeClr val="bg1">
                      <a:lumMod val="25000"/>
                    </a:schemeClr>
                  </a:solidFill>
                  <a:latin typeface="Segoe UI" panose="020B0502040204020203" pitchFamily="34" charset="0"/>
                  <a:cs typeface="Segoe UI" panose="020B0502040204020203" pitchFamily="34" charset="0"/>
                </a:rPr>
                <a:t>Johnson Su</a:t>
              </a:r>
              <a:endParaRPr lang="es-CO" sz="1800" i="1" dirty="0">
                <a:solidFill>
                  <a:schemeClr val="bg1">
                    <a:lumMod val="25000"/>
                  </a:schemeClr>
                </a:solidFill>
                <a:latin typeface="Segoe UI" panose="020B0502040204020203" pitchFamily="34" charset="0"/>
                <a:cs typeface="Segoe UI" panose="020B0502040204020203" pitchFamily="34" charset="0"/>
              </a:endParaRPr>
            </a:p>
          </p:txBody>
        </p:sp>
        <p:pic>
          <p:nvPicPr>
            <p:cNvPr id="13" name="Picture 12">
              <a:extLst>
                <a:ext uri="{FF2B5EF4-FFF2-40B4-BE49-F238E27FC236}">
                  <a16:creationId xmlns:a16="http://schemas.microsoft.com/office/drawing/2014/main" id="{E29FAAB8-B9A6-13B5-7F4D-BFB6C6658F3F}"/>
                </a:ext>
              </a:extLst>
            </p:cNvPr>
            <p:cNvPicPr>
              <a:picLocks noChangeAspect="1"/>
            </p:cNvPicPr>
            <p:nvPr/>
          </p:nvPicPr>
          <p:blipFill>
            <a:blip r:embed="rId7"/>
            <a:stretch>
              <a:fillRect/>
            </a:stretch>
          </p:blipFill>
          <p:spPr>
            <a:xfrm>
              <a:off x="2083544" y="2790118"/>
              <a:ext cx="5882586" cy="796601"/>
            </a:xfrm>
            <a:prstGeom prst="rect">
              <a:avLst/>
            </a:prstGeom>
          </p:spPr>
        </p:pic>
      </p:grpSp>
      <p:sp>
        <p:nvSpPr>
          <p:cNvPr id="16" name="Title 1">
            <a:extLst>
              <a:ext uri="{FF2B5EF4-FFF2-40B4-BE49-F238E27FC236}">
                <a16:creationId xmlns:a16="http://schemas.microsoft.com/office/drawing/2014/main" id="{25CE932A-CA1D-3737-E6E4-2E4113119814}"/>
              </a:ext>
            </a:extLst>
          </p:cNvPr>
          <p:cNvSpPr txBox="1">
            <a:spLocks/>
          </p:cNvSpPr>
          <p:nvPr/>
        </p:nvSpPr>
        <p:spPr>
          <a:xfrm rot="16200000">
            <a:off x="-3188915" y="3196773"/>
            <a:ext cx="6858005" cy="464446"/>
          </a:xfrm>
          <a:prstGeom prst="rect">
            <a:avLst/>
          </a:prstGeom>
          <a:solidFill>
            <a:schemeClr val="bg2">
              <a:lumMod val="90000"/>
            </a:schemeClr>
          </a:solidFill>
        </p:spPr>
        <p:txBody>
          <a:bodyPr vert="horz" lIns="91440" tIns="45720" rIns="91440" bIns="45720" rtlCol="0" anchor="t" anchorCtr="0">
            <a:noAutofit/>
          </a:bodyPr>
          <a:lstStyle>
            <a:lvl1pPr algn="l" defTabSz="914377" rtl="0" eaLnBrk="1" latinLnBrk="0" hangingPunct="1">
              <a:lnSpc>
                <a:spcPct val="90000"/>
              </a:lnSpc>
              <a:spcBef>
                <a:spcPct val="0"/>
              </a:spcBef>
              <a:buNone/>
              <a:defRPr sz="2600" kern="1200">
                <a:solidFill>
                  <a:schemeClr val="tx1"/>
                </a:solidFill>
                <a:latin typeface="+mj-lt"/>
                <a:ea typeface="+mj-ea"/>
                <a:cs typeface="+mj-cs"/>
              </a:defRPr>
            </a:lvl1pPr>
          </a:lstStyle>
          <a:p>
            <a:r>
              <a:rPr lang="es-CO" dirty="0">
                <a:latin typeface="Segoe UI Semibold" panose="020B0702040204020203" pitchFamily="34" charset="0"/>
                <a:cs typeface="Segoe UI Semibold" panose="020B0702040204020203" pitchFamily="34" charset="0"/>
              </a:rPr>
              <a:t>Análisis por Áreas Hidrográficas (AH)</a:t>
            </a:r>
            <a:endParaRPr lang="es-CO" sz="2000" i="1" dirty="0">
              <a:solidFill>
                <a:schemeClr val="bg1">
                  <a:lumMod val="25000"/>
                </a:schemeClr>
              </a:solidFill>
              <a:latin typeface="Segoe UI Semibold" panose="020B0702040204020203" pitchFamily="34" charset="0"/>
              <a:cs typeface="Segoe UI Semibold" panose="020B0702040204020203" pitchFamily="34" charset="0"/>
            </a:endParaRPr>
          </a:p>
        </p:txBody>
      </p:sp>
      <p:pic>
        <p:nvPicPr>
          <p:cNvPr id="18" name="Picture 17">
            <a:extLst>
              <a:ext uri="{FF2B5EF4-FFF2-40B4-BE49-F238E27FC236}">
                <a16:creationId xmlns:a16="http://schemas.microsoft.com/office/drawing/2014/main" id="{844C1ABD-23B5-D129-4663-16A9F831DED2}"/>
              </a:ext>
            </a:extLst>
          </p:cNvPr>
          <p:cNvPicPr>
            <a:picLocks noChangeAspect="1"/>
          </p:cNvPicPr>
          <p:nvPr/>
        </p:nvPicPr>
        <p:blipFill>
          <a:blip r:embed="rId8">
            <a:lum bright="70000" contrast="-70000"/>
          </a:blip>
          <a:stretch>
            <a:fillRect/>
          </a:stretch>
        </p:blipFill>
        <p:spPr>
          <a:xfrm>
            <a:off x="11164869" y="5046371"/>
            <a:ext cx="644335" cy="644335"/>
          </a:xfrm>
          <a:prstGeom prst="rect">
            <a:avLst/>
          </a:prstGeom>
        </p:spPr>
      </p:pic>
      <p:pic>
        <p:nvPicPr>
          <p:cNvPr id="21" name="Imagen 4">
            <a:extLst>
              <a:ext uri="{FF2B5EF4-FFF2-40B4-BE49-F238E27FC236}">
                <a16:creationId xmlns:a16="http://schemas.microsoft.com/office/drawing/2014/main" id="{154E0C53-15D4-CFBC-3620-1D5E6E0C43D9}"/>
              </a:ext>
            </a:extLst>
          </p:cNvPr>
          <p:cNvPicPr>
            <a:picLocks noChangeAspect="1"/>
          </p:cNvPicPr>
          <p:nvPr/>
        </p:nvPicPr>
        <p:blipFill>
          <a:blip r:embed="rId9">
            <a:extLst>
              <a:ext uri="{28A0092B-C50C-407E-A947-70E740481C1C}">
                <a14:useLocalDpi xmlns:a14="http://schemas.microsoft.com/office/drawing/2010/main" val="0"/>
              </a:ext>
            </a:extLst>
          </a:blip>
          <a:srcRect b="84948"/>
          <a:stretch>
            <a:fillRect/>
          </a:stretch>
        </p:blipFill>
        <p:spPr>
          <a:xfrm>
            <a:off x="0" y="-16873"/>
            <a:ext cx="12192000" cy="1032252"/>
          </a:xfrm>
          <a:prstGeom prst="rect">
            <a:avLst/>
          </a:prstGeom>
        </p:spPr>
      </p:pic>
    </p:spTree>
    <p:extLst>
      <p:ext uri="{BB962C8B-B14F-4D97-AF65-F5344CB8AC3E}">
        <p14:creationId xmlns:p14="http://schemas.microsoft.com/office/powerpoint/2010/main" val="18813469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6035908-5346-04C2-8488-CF04ACEDC09D}"/>
            </a:ext>
          </a:extLst>
        </p:cNvPr>
        <p:cNvGrpSpPr/>
        <p:nvPr/>
      </p:nvGrpSpPr>
      <p:grpSpPr>
        <a:xfrm>
          <a:off x="0" y="0"/>
          <a:ext cx="0" cy="0"/>
          <a:chOff x="0" y="0"/>
          <a:chExt cx="0" cy="0"/>
        </a:xfrm>
      </p:grpSpPr>
      <p:pic>
        <p:nvPicPr>
          <p:cNvPr id="5" name="Picture 4" descr="R.HydroTools">
            <a:extLst>
              <a:ext uri="{FF2B5EF4-FFF2-40B4-BE49-F238E27FC236}">
                <a16:creationId xmlns:a16="http://schemas.microsoft.com/office/drawing/2014/main" id="{79D30609-08E1-AE13-142F-D69A16D1257C}"/>
              </a:ext>
            </a:extLst>
          </p:cNvPr>
          <p:cNvPicPr>
            <a:picLocks noChangeAspect="1"/>
          </p:cNvPicPr>
          <p:nvPr/>
        </p:nvPicPr>
        <p:blipFill>
          <a:blip r:embed="rId3"/>
          <a:srcRect t="1590" b="6249"/>
          <a:stretch>
            <a:fillRect/>
          </a:stretch>
        </p:blipFill>
        <p:spPr>
          <a:xfrm>
            <a:off x="1105701" y="992258"/>
            <a:ext cx="5438462" cy="3007284"/>
          </a:xfrm>
          <a:prstGeom prst="rect">
            <a:avLst/>
          </a:prstGeom>
        </p:spPr>
      </p:pic>
      <p:pic>
        <p:nvPicPr>
          <p:cNvPr id="10" name="Picture 9" descr="R.HydroTools">
            <a:extLst>
              <a:ext uri="{FF2B5EF4-FFF2-40B4-BE49-F238E27FC236}">
                <a16:creationId xmlns:a16="http://schemas.microsoft.com/office/drawing/2014/main" id="{D11E17C0-1F06-3192-AA51-DF50F955A323}"/>
              </a:ext>
            </a:extLst>
          </p:cNvPr>
          <p:cNvPicPr>
            <a:picLocks noChangeAspect="1"/>
          </p:cNvPicPr>
          <p:nvPr/>
        </p:nvPicPr>
        <p:blipFill>
          <a:blip r:embed="rId4"/>
          <a:srcRect t="1736" b="11505"/>
          <a:stretch>
            <a:fillRect/>
          </a:stretch>
        </p:blipFill>
        <p:spPr>
          <a:xfrm>
            <a:off x="1105702" y="3968884"/>
            <a:ext cx="5438462" cy="2830997"/>
          </a:xfrm>
          <a:prstGeom prst="rect">
            <a:avLst/>
          </a:prstGeom>
        </p:spPr>
      </p:pic>
      <p:pic>
        <p:nvPicPr>
          <p:cNvPr id="15" name="Picture 14">
            <a:extLst>
              <a:ext uri="{FF2B5EF4-FFF2-40B4-BE49-F238E27FC236}">
                <a16:creationId xmlns:a16="http://schemas.microsoft.com/office/drawing/2014/main" id="{B507168F-58A4-6E22-C461-AC4DB5F9DEDF}"/>
              </a:ext>
            </a:extLst>
          </p:cNvPr>
          <p:cNvPicPr>
            <a:picLocks noChangeAspect="1"/>
          </p:cNvPicPr>
          <p:nvPr/>
        </p:nvPicPr>
        <p:blipFill>
          <a:blip r:embed="rId5"/>
          <a:stretch>
            <a:fillRect/>
          </a:stretch>
        </p:blipFill>
        <p:spPr>
          <a:xfrm>
            <a:off x="7135525" y="269014"/>
            <a:ext cx="4673679" cy="6588986"/>
          </a:xfrm>
          <a:prstGeom prst="rect">
            <a:avLst/>
          </a:prstGeom>
        </p:spPr>
      </p:pic>
      <p:pic>
        <p:nvPicPr>
          <p:cNvPr id="17" name="Picture 16">
            <a:extLst>
              <a:ext uri="{FF2B5EF4-FFF2-40B4-BE49-F238E27FC236}">
                <a16:creationId xmlns:a16="http://schemas.microsoft.com/office/drawing/2014/main" id="{586D1F9B-2E7F-AE5F-7A33-5FE41EF132B4}"/>
              </a:ext>
            </a:extLst>
          </p:cNvPr>
          <p:cNvPicPr>
            <a:picLocks noChangeAspect="1"/>
          </p:cNvPicPr>
          <p:nvPr/>
        </p:nvPicPr>
        <p:blipFill>
          <a:blip r:embed="rId6"/>
          <a:stretch>
            <a:fillRect/>
          </a:stretch>
        </p:blipFill>
        <p:spPr>
          <a:xfrm>
            <a:off x="10350293" y="5666594"/>
            <a:ext cx="1085858" cy="914407"/>
          </a:xfrm>
          <a:prstGeom prst="rect">
            <a:avLst/>
          </a:prstGeom>
        </p:spPr>
      </p:pic>
      <p:pic>
        <p:nvPicPr>
          <p:cNvPr id="14" name="Picture 13">
            <a:extLst>
              <a:ext uri="{FF2B5EF4-FFF2-40B4-BE49-F238E27FC236}">
                <a16:creationId xmlns:a16="http://schemas.microsoft.com/office/drawing/2014/main" id="{E6909EDA-E6EA-5F28-5DDD-C3115EC1F88D}"/>
              </a:ext>
            </a:extLst>
          </p:cNvPr>
          <p:cNvPicPr>
            <a:picLocks noChangeAspect="1"/>
          </p:cNvPicPr>
          <p:nvPr/>
        </p:nvPicPr>
        <p:blipFill>
          <a:blip r:embed="rId7">
            <a:lum bright="70000" contrast="-70000"/>
          </a:blip>
          <a:stretch>
            <a:fillRect/>
          </a:stretch>
        </p:blipFill>
        <p:spPr>
          <a:xfrm>
            <a:off x="10893222" y="4926259"/>
            <a:ext cx="644335" cy="644335"/>
          </a:xfrm>
          <a:prstGeom prst="rect">
            <a:avLst/>
          </a:prstGeom>
        </p:spPr>
      </p:pic>
      <p:sp>
        <p:nvSpPr>
          <p:cNvPr id="18" name="Title 1">
            <a:extLst>
              <a:ext uri="{FF2B5EF4-FFF2-40B4-BE49-F238E27FC236}">
                <a16:creationId xmlns:a16="http://schemas.microsoft.com/office/drawing/2014/main" id="{576E4E41-705E-E592-BBA5-86FE769CC5FE}"/>
              </a:ext>
            </a:extLst>
          </p:cNvPr>
          <p:cNvSpPr txBox="1">
            <a:spLocks/>
          </p:cNvSpPr>
          <p:nvPr/>
        </p:nvSpPr>
        <p:spPr>
          <a:xfrm rot="16200000">
            <a:off x="-3188915" y="3196773"/>
            <a:ext cx="6858005" cy="464446"/>
          </a:xfrm>
          <a:prstGeom prst="rect">
            <a:avLst/>
          </a:prstGeom>
          <a:solidFill>
            <a:schemeClr val="bg2">
              <a:lumMod val="90000"/>
            </a:schemeClr>
          </a:solidFill>
        </p:spPr>
        <p:txBody>
          <a:bodyPr vert="horz" lIns="91440" tIns="45720" rIns="91440" bIns="45720" rtlCol="0" anchor="t" anchorCtr="0">
            <a:noAutofit/>
          </a:bodyPr>
          <a:lstStyle>
            <a:lvl1pPr algn="l" defTabSz="914377" rtl="0" eaLnBrk="1" latinLnBrk="0" hangingPunct="1">
              <a:lnSpc>
                <a:spcPct val="90000"/>
              </a:lnSpc>
              <a:spcBef>
                <a:spcPct val="0"/>
              </a:spcBef>
              <a:buNone/>
              <a:defRPr sz="2600" kern="1200">
                <a:solidFill>
                  <a:schemeClr val="tx1"/>
                </a:solidFill>
                <a:latin typeface="+mj-lt"/>
                <a:ea typeface="+mj-ea"/>
                <a:cs typeface="+mj-cs"/>
              </a:defRPr>
            </a:lvl1pPr>
          </a:lstStyle>
          <a:p>
            <a:r>
              <a:rPr lang="es-CO" dirty="0">
                <a:latin typeface="Segoe UI Semibold" panose="020B0702040204020203" pitchFamily="34" charset="0"/>
                <a:cs typeface="Segoe UI Semibold" panose="020B0702040204020203" pitchFamily="34" charset="0"/>
              </a:rPr>
              <a:t>Análisis por Áreas Hidrográficas (AH)</a:t>
            </a:r>
            <a:endParaRPr lang="es-CO" sz="2000" i="1" dirty="0">
              <a:solidFill>
                <a:schemeClr val="bg1">
                  <a:lumMod val="25000"/>
                </a:schemeClr>
              </a:solidFill>
              <a:latin typeface="Segoe UI Semibold" panose="020B0702040204020203" pitchFamily="34" charset="0"/>
              <a:cs typeface="Segoe UI Semibold" panose="020B0702040204020203" pitchFamily="34" charset="0"/>
            </a:endParaRPr>
          </a:p>
        </p:txBody>
      </p:sp>
      <p:pic>
        <p:nvPicPr>
          <p:cNvPr id="21" name="Imagen 4">
            <a:extLst>
              <a:ext uri="{FF2B5EF4-FFF2-40B4-BE49-F238E27FC236}">
                <a16:creationId xmlns:a16="http://schemas.microsoft.com/office/drawing/2014/main" id="{EE75C5C6-8253-A8B2-8225-EE51678FFE77}"/>
              </a:ext>
            </a:extLst>
          </p:cNvPr>
          <p:cNvPicPr>
            <a:picLocks noChangeAspect="1"/>
          </p:cNvPicPr>
          <p:nvPr/>
        </p:nvPicPr>
        <p:blipFill>
          <a:blip r:embed="rId8">
            <a:extLst>
              <a:ext uri="{28A0092B-C50C-407E-A947-70E740481C1C}">
                <a14:useLocalDpi xmlns:a14="http://schemas.microsoft.com/office/drawing/2010/main" val="0"/>
              </a:ext>
            </a:extLst>
          </a:blip>
          <a:srcRect b="84948"/>
          <a:stretch>
            <a:fillRect/>
          </a:stretch>
        </p:blipFill>
        <p:spPr>
          <a:xfrm>
            <a:off x="0" y="-16873"/>
            <a:ext cx="12192000" cy="1032252"/>
          </a:xfrm>
          <a:prstGeom prst="rect">
            <a:avLst/>
          </a:prstGeom>
        </p:spPr>
      </p:pic>
    </p:spTree>
    <p:extLst>
      <p:ext uri="{BB962C8B-B14F-4D97-AF65-F5344CB8AC3E}">
        <p14:creationId xmlns:p14="http://schemas.microsoft.com/office/powerpoint/2010/main" val="31367745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7348349-320F-BD7A-2307-1D15FD64BBC6}"/>
            </a:ext>
          </a:extLst>
        </p:cNvPr>
        <p:cNvGrpSpPr/>
        <p:nvPr/>
      </p:nvGrpSpPr>
      <p:grpSpPr>
        <a:xfrm>
          <a:off x="0" y="0"/>
          <a:ext cx="0" cy="0"/>
          <a:chOff x="0" y="0"/>
          <a:chExt cx="0" cy="0"/>
        </a:xfrm>
      </p:grpSpPr>
      <p:pic>
        <p:nvPicPr>
          <p:cNvPr id="6" name="Picture 5" descr="R.HydroTools">
            <a:extLst>
              <a:ext uri="{FF2B5EF4-FFF2-40B4-BE49-F238E27FC236}">
                <a16:creationId xmlns:a16="http://schemas.microsoft.com/office/drawing/2014/main" id="{F0A9E1F7-C4D1-9927-759B-4EDE42382EC0}"/>
              </a:ext>
            </a:extLst>
          </p:cNvPr>
          <p:cNvPicPr>
            <a:picLocks noChangeAspect="1"/>
          </p:cNvPicPr>
          <p:nvPr/>
        </p:nvPicPr>
        <p:blipFill>
          <a:blip r:embed="rId3"/>
          <a:srcRect b="6202"/>
          <a:stretch>
            <a:fillRect/>
          </a:stretch>
        </p:blipFill>
        <p:spPr>
          <a:xfrm>
            <a:off x="553829" y="774393"/>
            <a:ext cx="5529257" cy="3111812"/>
          </a:xfrm>
          <a:prstGeom prst="rect">
            <a:avLst/>
          </a:prstGeom>
        </p:spPr>
      </p:pic>
      <p:pic>
        <p:nvPicPr>
          <p:cNvPr id="3" name="Picture 2">
            <a:extLst>
              <a:ext uri="{FF2B5EF4-FFF2-40B4-BE49-F238E27FC236}">
                <a16:creationId xmlns:a16="http://schemas.microsoft.com/office/drawing/2014/main" id="{1BA43D21-D304-3766-27A7-9F11595D03DC}"/>
              </a:ext>
            </a:extLst>
          </p:cNvPr>
          <p:cNvPicPr>
            <a:picLocks noChangeAspect="1"/>
          </p:cNvPicPr>
          <p:nvPr/>
        </p:nvPicPr>
        <p:blipFill>
          <a:blip r:embed="rId4"/>
          <a:srcRect r="3232"/>
          <a:stretch>
            <a:fillRect/>
          </a:stretch>
        </p:blipFill>
        <p:spPr>
          <a:xfrm>
            <a:off x="6362469" y="208330"/>
            <a:ext cx="5820005" cy="6610255"/>
          </a:xfrm>
          <a:prstGeom prst="rect">
            <a:avLst/>
          </a:prstGeom>
        </p:spPr>
      </p:pic>
      <p:pic>
        <p:nvPicPr>
          <p:cNvPr id="8" name="Picture 7" descr="R.HydroTools">
            <a:extLst>
              <a:ext uri="{FF2B5EF4-FFF2-40B4-BE49-F238E27FC236}">
                <a16:creationId xmlns:a16="http://schemas.microsoft.com/office/drawing/2014/main" id="{31D33196-1C9B-BB13-1206-F49F2003FD8E}"/>
              </a:ext>
            </a:extLst>
          </p:cNvPr>
          <p:cNvPicPr>
            <a:picLocks noChangeAspect="1"/>
          </p:cNvPicPr>
          <p:nvPr/>
        </p:nvPicPr>
        <p:blipFill>
          <a:blip r:embed="rId5"/>
          <a:srcRect b="8724"/>
          <a:stretch>
            <a:fillRect/>
          </a:stretch>
        </p:blipFill>
        <p:spPr>
          <a:xfrm>
            <a:off x="542789" y="3824263"/>
            <a:ext cx="5539520" cy="3033736"/>
          </a:xfrm>
          <a:prstGeom prst="rect">
            <a:avLst/>
          </a:prstGeom>
        </p:spPr>
      </p:pic>
      <p:pic>
        <p:nvPicPr>
          <p:cNvPr id="9" name="Picture 8">
            <a:extLst>
              <a:ext uri="{FF2B5EF4-FFF2-40B4-BE49-F238E27FC236}">
                <a16:creationId xmlns:a16="http://schemas.microsoft.com/office/drawing/2014/main" id="{5BA493F0-C3A2-285B-6A5B-75F17D263E0C}"/>
              </a:ext>
            </a:extLst>
          </p:cNvPr>
          <p:cNvPicPr>
            <a:picLocks noChangeAspect="1"/>
          </p:cNvPicPr>
          <p:nvPr/>
        </p:nvPicPr>
        <p:blipFill>
          <a:blip r:embed="rId6"/>
          <a:stretch>
            <a:fillRect/>
          </a:stretch>
        </p:blipFill>
        <p:spPr>
          <a:xfrm>
            <a:off x="10805240" y="5666594"/>
            <a:ext cx="1085858" cy="914407"/>
          </a:xfrm>
          <a:prstGeom prst="rect">
            <a:avLst/>
          </a:prstGeom>
        </p:spPr>
      </p:pic>
      <p:pic>
        <p:nvPicPr>
          <p:cNvPr id="12" name="Picture 11">
            <a:extLst>
              <a:ext uri="{FF2B5EF4-FFF2-40B4-BE49-F238E27FC236}">
                <a16:creationId xmlns:a16="http://schemas.microsoft.com/office/drawing/2014/main" id="{D05CD996-F52F-D0CB-046D-A4ADC12867E5}"/>
              </a:ext>
            </a:extLst>
          </p:cNvPr>
          <p:cNvPicPr>
            <a:picLocks noChangeAspect="1"/>
          </p:cNvPicPr>
          <p:nvPr/>
        </p:nvPicPr>
        <p:blipFill>
          <a:blip r:embed="rId7">
            <a:lum bright="70000" contrast="-70000"/>
          </a:blip>
          <a:stretch>
            <a:fillRect/>
          </a:stretch>
        </p:blipFill>
        <p:spPr>
          <a:xfrm>
            <a:off x="11164869" y="5046371"/>
            <a:ext cx="644335" cy="644335"/>
          </a:xfrm>
          <a:prstGeom prst="rect">
            <a:avLst/>
          </a:prstGeom>
        </p:spPr>
      </p:pic>
      <p:sp>
        <p:nvSpPr>
          <p:cNvPr id="15" name="Title 1">
            <a:extLst>
              <a:ext uri="{FF2B5EF4-FFF2-40B4-BE49-F238E27FC236}">
                <a16:creationId xmlns:a16="http://schemas.microsoft.com/office/drawing/2014/main" id="{FCBE8280-C185-5B5B-5DF5-35BC281A2874}"/>
              </a:ext>
            </a:extLst>
          </p:cNvPr>
          <p:cNvSpPr txBox="1">
            <a:spLocks/>
          </p:cNvSpPr>
          <p:nvPr/>
        </p:nvSpPr>
        <p:spPr>
          <a:xfrm rot="16200000">
            <a:off x="-3188915" y="3196773"/>
            <a:ext cx="6858005" cy="464446"/>
          </a:xfrm>
          <a:prstGeom prst="rect">
            <a:avLst/>
          </a:prstGeom>
          <a:solidFill>
            <a:schemeClr val="bg2">
              <a:lumMod val="90000"/>
            </a:schemeClr>
          </a:solidFill>
        </p:spPr>
        <p:txBody>
          <a:bodyPr vert="horz" lIns="91440" tIns="45720" rIns="91440" bIns="45720" rtlCol="0" anchor="t" anchorCtr="0">
            <a:noAutofit/>
          </a:bodyPr>
          <a:lstStyle>
            <a:lvl1pPr algn="l" defTabSz="914377" rtl="0" eaLnBrk="1" latinLnBrk="0" hangingPunct="1">
              <a:lnSpc>
                <a:spcPct val="90000"/>
              </a:lnSpc>
              <a:spcBef>
                <a:spcPct val="0"/>
              </a:spcBef>
              <a:buNone/>
              <a:defRPr sz="2600" kern="1200">
                <a:solidFill>
                  <a:schemeClr val="tx1"/>
                </a:solidFill>
                <a:latin typeface="+mj-lt"/>
                <a:ea typeface="+mj-ea"/>
                <a:cs typeface="+mj-cs"/>
              </a:defRPr>
            </a:lvl1pPr>
          </a:lstStyle>
          <a:p>
            <a:r>
              <a:rPr lang="es-CO" dirty="0">
                <a:latin typeface="Segoe UI Semibold" panose="020B0702040204020203" pitchFamily="34" charset="0"/>
                <a:cs typeface="Segoe UI Semibold" panose="020B0702040204020203" pitchFamily="34" charset="0"/>
              </a:rPr>
              <a:t>Análisis por Áreas Hidrográficas (AH)</a:t>
            </a:r>
            <a:endParaRPr lang="es-CO" sz="2000" i="1" dirty="0">
              <a:solidFill>
                <a:schemeClr val="bg1">
                  <a:lumMod val="25000"/>
                </a:schemeClr>
              </a:solidFill>
              <a:latin typeface="Segoe UI Semibold" panose="020B0702040204020203" pitchFamily="34" charset="0"/>
              <a:cs typeface="Segoe UI Semibold" panose="020B0702040204020203" pitchFamily="34" charset="0"/>
            </a:endParaRPr>
          </a:p>
        </p:txBody>
      </p:sp>
      <p:pic>
        <p:nvPicPr>
          <p:cNvPr id="17" name="Imagen 4">
            <a:extLst>
              <a:ext uri="{FF2B5EF4-FFF2-40B4-BE49-F238E27FC236}">
                <a16:creationId xmlns:a16="http://schemas.microsoft.com/office/drawing/2014/main" id="{045ADA1B-27FA-FA22-4619-3119E9CA8D81}"/>
              </a:ext>
            </a:extLst>
          </p:cNvPr>
          <p:cNvPicPr>
            <a:picLocks noChangeAspect="1"/>
          </p:cNvPicPr>
          <p:nvPr/>
        </p:nvPicPr>
        <p:blipFill>
          <a:blip r:embed="rId8">
            <a:extLst>
              <a:ext uri="{28A0092B-C50C-407E-A947-70E740481C1C}">
                <a14:useLocalDpi xmlns:a14="http://schemas.microsoft.com/office/drawing/2010/main" val="0"/>
              </a:ext>
            </a:extLst>
          </a:blip>
          <a:srcRect b="84948"/>
          <a:stretch>
            <a:fillRect/>
          </a:stretch>
        </p:blipFill>
        <p:spPr>
          <a:xfrm>
            <a:off x="0" y="-16873"/>
            <a:ext cx="12192000" cy="1032252"/>
          </a:xfrm>
          <a:prstGeom prst="rect">
            <a:avLst/>
          </a:prstGeom>
        </p:spPr>
      </p:pic>
    </p:spTree>
    <p:extLst>
      <p:ext uri="{BB962C8B-B14F-4D97-AF65-F5344CB8AC3E}">
        <p14:creationId xmlns:p14="http://schemas.microsoft.com/office/powerpoint/2010/main" val="24778325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a:extLst>
            <a:ext uri="{FF2B5EF4-FFF2-40B4-BE49-F238E27FC236}">
              <a16:creationId xmlns:a16="http://schemas.microsoft.com/office/drawing/2014/main" id="{ED0CE3E5-8F67-433F-5A2D-3B990DFB0C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0A5988-C555-250F-239C-2DCE1FEEB12B}"/>
              </a:ext>
            </a:extLst>
          </p:cNvPr>
          <p:cNvSpPr>
            <a:spLocks noGrp="1"/>
          </p:cNvSpPr>
          <p:nvPr>
            <p:ph type="title"/>
          </p:nvPr>
        </p:nvSpPr>
        <p:spPr>
          <a:xfrm>
            <a:off x="5093619" y="371890"/>
            <a:ext cx="7098381" cy="894627"/>
          </a:xfrm>
        </p:spPr>
        <p:txBody>
          <a:bodyPr anchor="t" anchorCtr="0">
            <a:noAutofit/>
          </a:bodyPr>
          <a:lstStyle/>
          <a:p>
            <a:pPr algn="ctr"/>
            <a:r>
              <a:rPr lang="es-CO" sz="2800" noProof="0" dirty="0">
                <a:solidFill>
                  <a:schemeClr val="bg1">
                    <a:lumMod val="25000"/>
                  </a:schemeClr>
                </a:solidFill>
                <a:latin typeface="Segoe UI Semibold" panose="020B0702040204020203" pitchFamily="34" charset="0"/>
                <a:cs typeface="Segoe UI Semibold" panose="020B0702040204020203" pitchFamily="34" charset="0"/>
              </a:rPr>
              <a:t>Funciones de Distribución de Probabilidad (PDF) mas utilizadas en Hidrología</a:t>
            </a:r>
            <a:br>
              <a:rPr lang="es-CO" sz="2800" noProof="0" dirty="0">
                <a:solidFill>
                  <a:schemeClr val="bg1">
                    <a:lumMod val="25000"/>
                  </a:schemeClr>
                </a:solidFill>
                <a:latin typeface="Segoe UI Semibold" panose="020B0702040204020203" pitchFamily="34" charset="0"/>
                <a:cs typeface="Segoe UI Semibold" panose="020B0702040204020203" pitchFamily="34" charset="0"/>
              </a:rPr>
            </a:br>
            <a:endParaRPr lang="es-CO" sz="1400" i="1" noProof="0" dirty="0">
              <a:solidFill>
                <a:schemeClr val="bg1">
                  <a:lumMod val="25000"/>
                </a:schemeClr>
              </a:solidFill>
              <a:latin typeface="Segoe UI Semibold" panose="020B0702040204020203" pitchFamily="34" charset="0"/>
              <a:cs typeface="Segoe UI Semibold" panose="020B0702040204020203" pitchFamily="34" charset="0"/>
            </a:endParaRPr>
          </a:p>
        </p:txBody>
      </p:sp>
      <p:grpSp>
        <p:nvGrpSpPr>
          <p:cNvPr id="37" name="Group 36">
            <a:extLst>
              <a:ext uri="{FF2B5EF4-FFF2-40B4-BE49-F238E27FC236}">
                <a16:creationId xmlns:a16="http://schemas.microsoft.com/office/drawing/2014/main" id="{8C687F61-6DBA-6E3D-08AE-0620B924FDD9}"/>
              </a:ext>
            </a:extLst>
          </p:cNvPr>
          <p:cNvGrpSpPr/>
          <p:nvPr/>
        </p:nvGrpSpPr>
        <p:grpSpPr>
          <a:xfrm>
            <a:off x="404211" y="1381492"/>
            <a:ext cx="3474141" cy="1651270"/>
            <a:chOff x="342296" y="1688356"/>
            <a:chExt cx="3474141" cy="1651270"/>
          </a:xfrm>
        </p:grpSpPr>
        <p:sp>
          <p:nvSpPr>
            <p:cNvPr id="33" name="Rectangle: Rounded Corners 32">
              <a:hlinkClick r:id="rId3"/>
              <a:extLst>
                <a:ext uri="{FF2B5EF4-FFF2-40B4-BE49-F238E27FC236}">
                  <a16:creationId xmlns:a16="http://schemas.microsoft.com/office/drawing/2014/main" id="{8BF874B9-BAC5-7809-CDCD-35741901C4E6}"/>
                </a:ext>
              </a:extLst>
            </p:cNvPr>
            <p:cNvSpPr/>
            <p:nvPr/>
          </p:nvSpPr>
          <p:spPr>
            <a:xfrm>
              <a:off x="342296" y="1688356"/>
              <a:ext cx="3474141" cy="1651270"/>
            </a:xfrm>
            <a:prstGeom prst="roundRect">
              <a:avLst>
                <a:gd name="adj" fmla="val 11476"/>
              </a:avLst>
            </a:pr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pic>
          <p:nvPicPr>
            <p:cNvPr id="5" name="Picture 4">
              <a:extLst>
                <a:ext uri="{FF2B5EF4-FFF2-40B4-BE49-F238E27FC236}">
                  <a16:creationId xmlns:a16="http://schemas.microsoft.com/office/drawing/2014/main" id="{F7F965D0-C49D-49B3-ABB4-7D155CF876ED}"/>
                </a:ext>
              </a:extLst>
            </p:cNvPr>
            <p:cNvPicPr>
              <a:picLocks noChangeAspect="1"/>
            </p:cNvPicPr>
            <p:nvPr/>
          </p:nvPicPr>
          <p:blipFill>
            <a:blip r:embed="rId4"/>
            <a:stretch>
              <a:fillRect/>
            </a:stretch>
          </p:blipFill>
          <p:spPr>
            <a:xfrm>
              <a:off x="395589" y="2144152"/>
              <a:ext cx="3314152" cy="1094295"/>
            </a:xfrm>
            <a:prstGeom prst="rect">
              <a:avLst/>
            </a:prstGeom>
          </p:spPr>
        </p:pic>
        <p:sp>
          <p:nvSpPr>
            <p:cNvPr id="7" name="Title 1">
              <a:extLst>
                <a:ext uri="{FF2B5EF4-FFF2-40B4-BE49-F238E27FC236}">
                  <a16:creationId xmlns:a16="http://schemas.microsoft.com/office/drawing/2014/main" id="{3CEA4D63-F2D2-FD91-4BEB-0A0358ECD07D}"/>
                </a:ext>
              </a:extLst>
            </p:cNvPr>
            <p:cNvSpPr txBox="1">
              <a:spLocks/>
            </p:cNvSpPr>
            <p:nvPr/>
          </p:nvSpPr>
          <p:spPr>
            <a:xfrm>
              <a:off x="559827" y="1789853"/>
              <a:ext cx="2985675" cy="401050"/>
            </a:xfrm>
            <a:prstGeom prst="rect">
              <a:avLst/>
            </a:prstGeom>
          </p:spPr>
          <p:txBody>
            <a:bodyPr vert="horz" lIns="91440" tIns="45720" rIns="91440" bIns="45720" rtlCol="0" anchor="t" anchorCtr="0">
              <a:noAutofit/>
            </a:bodyPr>
            <a:lstStyle>
              <a:lvl1pPr algn="l" defTabSz="914377" rtl="0" eaLnBrk="1" latinLnBrk="0" hangingPunct="1">
                <a:lnSpc>
                  <a:spcPct val="90000"/>
                </a:lnSpc>
                <a:spcBef>
                  <a:spcPct val="0"/>
                </a:spcBef>
                <a:buNone/>
                <a:defRPr sz="2600" kern="1200">
                  <a:solidFill>
                    <a:schemeClr val="tx1"/>
                  </a:solidFill>
                  <a:latin typeface="+mj-lt"/>
                  <a:ea typeface="+mj-ea"/>
                  <a:cs typeface="+mj-cs"/>
                </a:defRPr>
              </a:lvl1pPr>
            </a:lstStyle>
            <a:p>
              <a:pPr algn="ctr"/>
              <a:r>
                <a:rPr lang="es-CO" sz="1800" dirty="0">
                  <a:solidFill>
                    <a:schemeClr val="bg1">
                      <a:lumMod val="25000"/>
                    </a:schemeClr>
                  </a:solidFill>
                  <a:latin typeface="Segoe UI" panose="020B0502040204020203" pitchFamily="34" charset="0"/>
                  <a:cs typeface="Segoe UI" panose="020B0502040204020203" pitchFamily="34" charset="0"/>
                </a:rPr>
                <a:t>Normal, Log Normal</a:t>
              </a:r>
              <a:endParaRPr lang="es-CO" sz="1800" i="1" dirty="0">
                <a:solidFill>
                  <a:schemeClr val="bg1">
                    <a:lumMod val="25000"/>
                  </a:schemeClr>
                </a:solidFill>
                <a:latin typeface="Segoe UI" panose="020B0502040204020203" pitchFamily="34" charset="0"/>
                <a:cs typeface="Segoe UI" panose="020B0502040204020203" pitchFamily="34" charset="0"/>
              </a:endParaRPr>
            </a:p>
          </p:txBody>
        </p:sp>
      </p:grpSp>
      <p:grpSp>
        <p:nvGrpSpPr>
          <p:cNvPr id="38" name="Group 37">
            <a:extLst>
              <a:ext uri="{FF2B5EF4-FFF2-40B4-BE49-F238E27FC236}">
                <a16:creationId xmlns:a16="http://schemas.microsoft.com/office/drawing/2014/main" id="{7780346B-B165-9F6E-3301-92C2571FF697}"/>
              </a:ext>
            </a:extLst>
          </p:cNvPr>
          <p:cNvGrpSpPr/>
          <p:nvPr/>
        </p:nvGrpSpPr>
        <p:grpSpPr>
          <a:xfrm>
            <a:off x="4155731" y="1381492"/>
            <a:ext cx="3474141" cy="1651270"/>
            <a:chOff x="4093816" y="1688356"/>
            <a:chExt cx="3474141" cy="1651270"/>
          </a:xfrm>
        </p:grpSpPr>
        <p:sp>
          <p:nvSpPr>
            <p:cNvPr id="34" name="Rectangle: Rounded Corners 33">
              <a:hlinkClick r:id="rId5"/>
              <a:extLst>
                <a:ext uri="{FF2B5EF4-FFF2-40B4-BE49-F238E27FC236}">
                  <a16:creationId xmlns:a16="http://schemas.microsoft.com/office/drawing/2014/main" id="{543ED64C-4B3C-669F-5C39-6791FDCEE78D}"/>
                </a:ext>
              </a:extLst>
            </p:cNvPr>
            <p:cNvSpPr/>
            <p:nvPr/>
          </p:nvSpPr>
          <p:spPr>
            <a:xfrm>
              <a:off x="4093816" y="1688356"/>
              <a:ext cx="3474141" cy="1651270"/>
            </a:xfrm>
            <a:prstGeom prst="roundRect">
              <a:avLst>
                <a:gd name="adj" fmla="val 11476"/>
              </a:avLst>
            </a:pr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0" name="Title 1">
              <a:extLst>
                <a:ext uri="{FF2B5EF4-FFF2-40B4-BE49-F238E27FC236}">
                  <a16:creationId xmlns:a16="http://schemas.microsoft.com/office/drawing/2014/main" id="{C533E611-8221-2457-B500-8C391DB8D8F8}"/>
                </a:ext>
              </a:extLst>
            </p:cNvPr>
            <p:cNvSpPr txBox="1">
              <a:spLocks/>
            </p:cNvSpPr>
            <p:nvPr/>
          </p:nvSpPr>
          <p:spPr>
            <a:xfrm>
              <a:off x="4200512" y="1794157"/>
              <a:ext cx="3290900" cy="401050"/>
            </a:xfrm>
            <a:prstGeom prst="rect">
              <a:avLst/>
            </a:prstGeom>
          </p:spPr>
          <p:txBody>
            <a:bodyPr vert="horz" lIns="91440" tIns="45720" rIns="91440" bIns="45720" rtlCol="0" anchor="t" anchorCtr="0">
              <a:noAutofit/>
            </a:bodyPr>
            <a:lstStyle>
              <a:lvl1pPr algn="l" defTabSz="914377" rtl="0" eaLnBrk="1" latinLnBrk="0" hangingPunct="1">
                <a:lnSpc>
                  <a:spcPct val="90000"/>
                </a:lnSpc>
                <a:spcBef>
                  <a:spcPct val="0"/>
                </a:spcBef>
                <a:buNone/>
                <a:defRPr sz="2600" kern="1200">
                  <a:solidFill>
                    <a:schemeClr val="tx1"/>
                  </a:solidFill>
                  <a:latin typeface="+mj-lt"/>
                  <a:ea typeface="+mj-ea"/>
                  <a:cs typeface="+mj-cs"/>
                </a:defRPr>
              </a:lvl1pPr>
            </a:lstStyle>
            <a:p>
              <a:pPr algn="ctr"/>
              <a:r>
                <a:rPr lang="es-CO" sz="1800" dirty="0">
                  <a:solidFill>
                    <a:schemeClr val="bg1">
                      <a:lumMod val="25000"/>
                    </a:schemeClr>
                  </a:solidFill>
                  <a:latin typeface="Segoe UI" panose="020B0502040204020203" pitchFamily="34" charset="0"/>
                  <a:cs typeface="Segoe UI" panose="020B0502040204020203" pitchFamily="34" charset="0"/>
                </a:rPr>
                <a:t>Gumbel sesgo izquierdo</a:t>
              </a:r>
              <a:endParaRPr lang="es-CO" sz="1800" i="1" dirty="0">
                <a:solidFill>
                  <a:schemeClr val="bg1">
                    <a:lumMod val="25000"/>
                  </a:schemeClr>
                </a:solidFill>
                <a:latin typeface="Segoe UI" panose="020B0502040204020203" pitchFamily="34" charset="0"/>
                <a:cs typeface="Segoe UI" panose="020B0502040204020203" pitchFamily="34" charset="0"/>
              </a:endParaRPr>
            </a:p>
          </p:txBody>
        </p:sp>
        <p:pic>
          <p:nvPicPr>
            <p:cNvPr id="12" name="Picture 11">
              <a:extLst>
                <a:ext uri="{FF2B5EF4-FFF2-40B4-BE49-F238E27FC236}">
                  <a16:creationId xmlns:a16="http://schemas.microsoft.com/office/drawing/2014/main" id="{EA767F92-5A2B-1C51-C3DE-9690D4F7D5D3}"/>
                </a:ext>
              </a:extLst>
            </p:cNvPr>
            <p:cNvPicPr>
              <a:picLocks noChangeAspect="1"/>
            </p:cNvPicPr>
            <p:nvPr/>
          </p:nvPicPr>
          <p:blipFill>
            <a:blip r:embed="rId6"/>
            <a:stretch>
              <a:fillRect/>
            </a:stretch>
          </p:blipFill>
          <p:spPr>
            <a:xfrm>
              <a:off x="4272856" y="2334278"/>
              <a:ext cx="3116060" cy="516733"/>
            </a:xfrm>
            <a:prstGeom prst="rect">
              <a:avLst/>
            </a:prstGeom>
          </p:spPr>
        </p:pic>
      </p:grpSp>
      <p:grpSp>
        <p:nvGrpSpPr>
          <p:cNvPr id="39" name="Group 38">
            <a:extLst>
              <a:ext uri="{FF2B5EF4-FFF2-40B4-BE49-F238E27FC236}">
                <a16:creationId xmlns:a16="http://schemas.microsoft.com/office/drawing/2014/main" id="{96704F90-5834-5744-D735-20956DFD05E8}"/>
              </a:ext>
            </a:extLst>
          </p:cNvPr>
          <p:cNvGrpSpPr/>
          <p:nvPr/>
        </p:nvGrpSpPr>
        <p:grpSpPr>
          <a:xfrm>
            <a:off x="7953032" y="1381492"/>
            <a:ext cx="3958587" cy="1651270"/>
            <a:chOff x="7891117" y="1632154"/>
            <a:chExt cx="3958587" cy="1651270"/>
          </a:xfrm>
        </p:grpSpPr>
        <p:sp>
          <p:nvSpPr>
            <p:cNvPr id="36" name="Rectangle: Rounded Corners 35">
              <a:hlinkClick r:id="rId7"/>
              <a:extLst>
                <a:ext uri="{FF2B5EF4-FFF2-40B4-BE49-F238E27FC236}">
                  <a16:creationId xmlns:a16="http://schemas.microsoft.com/office/drawing/2014/main" id="{737275C5-9571-DAD8-81BE-1ECB78E13256}"/>
                </a:ext>
              </a:extLst>
            </p:cNvPr>
            <p:cNvSpPr/>
            <p:nvPr/>
          </p:nvSpPr>
          <p:spPr>
            <a:xfrm>
              <a:off x="7891117" y="1632154"/>
              <a:ext cx="3958587" cy="1651270"/>
            </a:xfrm>
            <a:prstGeom prst="roundRect">
              <a:avLst>
                <a:gd name="adj" fmla="val 11476"/>
              </a:avLst>
            </a:pr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4" name="Title 1">
              <a:extLst>
                <a:ext uri="{FF2B5EF4-FFF2-40B4-BE49-F238E27FC236}">
                  <a16:creationId xmlns:a16="http://schemas.microsoft.com/office/drawing/2014/main" id="{3EBF6308-FA18-102D-30C5-5BF946228CB0}"/>
                </a:ext>
              </a:extLst>
            </p:cNvPr>
            <p:cNvSpPr txBox="1">
              <a:spLocks/>
            </p:cNvSpPr>
            <p:nvPr/>
          </p:nvSpPr>
          <p:spPr>
            <a:xfrm>
              <a:off x="7918354" y="1848676"/>
              <a:ext cx="3830732" cy="401050"/>
            </a:xfrm>
            <a:prstGeom prst="rect">
              <a:avLst/>
            </a:prstGeom>
          </p:spPr>
          <p:txBody>
            <a:bodyPr vert="horz" lIns="91440" tIns="45720" rIns="91440" bIns="45720" rtlCol="0" anchor="t" anchorCtr="0">
              <a:noAutofit/>
            </a:bodyPr>
            <a:lstStyle>
              <a:lvl1pPr algn="l" defTabSz="914377" rtl="0" eaLnBrk="1" latinLnBrk="0" hangingPunct="1">
                <a:lnSpc>
                  <a:spcPct val="90000"/>
                </a:lnSpc>
                <a:spcBef>
                  <a:spcPct val="0"/>
                </a:spcBef>
                <a:buNone/>
                <a:defRPr sz="2600" kern="1200">
                  <a:solidFill>
                    <a:schemeClr val="tx1"/>
                  </a:solidFill>
                  <a:latin typeface="+mj-lt"/>
                  <a:ea typeface="+mj-ea"/>
                  <a:cs typeface="+mj-cs"/>
                </a:defRPr>
              </a:lvl1pPr>
            </a:lstStyle>
            <a:p>
              <a:pPr algn="ctr"/>
              <a:r>
                <a:rPr lang="es-CO" sz="1800" dirty="0">
                  <a:solidFill>
                    <a:schemeClr val="bg1">
                      <a:lumMod val="25000"/>
                    </a:schemeClr>
                  </a:solidFill>
                  <a:latin typeface="Segoe UI" panose="020B0502040204020203" pitchFamily="34" charset="0"/>
                  <a:cs typeface="Segoe UI" panose="020B0502040204020203" pitchFamily="34" charset="0"/>
                </a:rPr>
                <a:t>Gumbel sesgo derecho</a:t>
              </a:r>
              <a:endParaRPr lang="es-CO" sz="1800" i="1" dirty="0">
                <a:solidFill>
                  <a:schemeClr val="bg1">
                    <a:lumMod val="25000"/>
                  </a:schemeClr>
                </a:solidFill>
                <a:latin typeface="Segoe UI" panose="020B0502040204020203" pitchFamily="34" charset="0"/>
                <a:cs typeface="Segoe UI" panose="020B0502040204020203" pitchFamily="34" charset="0"/>
              </a:endParaRPr>
            </a:p>
          </p:txBody>
        </p:sp>
        <p:pic>
          <p:nvPicPr>
            <p:cNvPr id="16" name="Picture 15">
              <a:extLst>
                <a:ext uri="{FF2B5EF4-FFF2-40B4-BE49-F238E27FC236}">
                  <a16:creationId xmlns:a16="http://schemas.microsoft.com/office/drawing/2014/main" id="{75446BA4-C78B-6B8A-EEDE-5B10F654AC18}"/>
                </a:ext>
              </a:extLst>
            </p:cNvPr>
            <p:cNvPicPr>
              <a:picLocks noChangeAspect="1"/>
            </p:cNvPicPr>
            <p:nvPr/>
          </p:nvPicPr>
          <p:blipFill>
            <a:blip r:embed="rId8"/>
            <a:stretch>
              <a:fillRect/>
            </a:stretch>
          </p:blipFill>
          <p:spPr>
            <a:xfrm>
              <a:off x="7967662" y="2269841"/>
              <a:ext cx="3738557" cy="488301"/>
            </a:xfrm>
            <a:prstGeom prst="rect">
              <a:avLst/>
            </a:prstGeom>
          </p:spPr>
        </p:pic>
      </p:grpSp>
      <p:grpSp>
        <p:nvGrpSpPr>
          <p:cNvPr id="53" name="Group 52">
            <a:extLst>
              <a:ext uri="{FF2B5EF4-FFF2-40B4-BE49-F238E27FC236}">
                <a16:creationId xmlns:a16="http://schemas.microsoft.com/office/drawing/2014/main" id="{F70696A6-1DCC-6794-3CF4-8E4BDDF85E8C}"/>
              </a:ext>
            </a:extLst>
          </p:cNvPr>
          <p:cNvGrpSpPr/>
          <p:nvPr/>
        </p:nvGrpSpPr>
        <p:grpSpPr>
          <a:xfrm>
            <a:off x="297515" y="4994260"/>
            <a:ext cx="3474141" cy="1651270"/>
            <a:chOff x="-175431" y="5020222"/>
            <a:chExt cx="3474141" cy="1651270"/>
          </a:xfrm>
        </p:grpSpPr>
        <p:sp>
          <p:nvSpPr>
            <p:cNvPr id="51" name="Rectangle: Rounded Corners 50">
              <a:hlinkClick r:id="rId9"/>
              <a:extLst>
                <a:ext uri="{FF2B5EF4-FFF2-40B4-BE49-F238E27FC236}">
                  <a16:creationId xmlns:a16="http://schemas.microsoft.com/office/drawing/2014/main" id="{21F55687-E7BB-76E9-D02C-38BC3820A99C}"/>
                </a:ext>
              </a:extLst>
            </p:cNvPr>
            <p:cNvSpPr/>
            <p:nvPr/>
          </p:nvSpPr>
          <p:spPr>
            <a:xfrm>
              <a:off x="-175431" y="5020222"/>
              <a:ext cx="3474141" cy="1651270"/>
            </a:xfrm>
            <a:prstGeom prst="roundRect">
              <a:avLst>
                <a:gd name="adj" fmla="val 11476"/>
              </a:avLst>
            </a:pr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pic>
          <p:nvPicPr>
            <p:cNvPr id="18" name="Picture 17">
              <a:extLst>
                <a:ext uri="{FF2B5EF4-FFF2-40B4-BE49-F238E27FC236}">
                  <a16:creationId xmlns:a16="http://schemas.microsoft.com/office/drawing/2014/main" id="{225E23BB-BC47-4AE8-8EB3-8095E511270C}"/>
                </a:ext>
              </a:extLst>
            </p:cNvPr>
            <p:cNvPicPr>
              <a:picLocks noChangeAspect="1"/>
            </p:cNvPicPr>
            <p:nvPr/>
          </p:nvPicPr>
          <p:blipFill>
            <a:blip r:embed="rId10"/>
            <a:stretch>
              <a:fillRect/>
            </a:stretch>
          </p:blipFill>
          <p:spPr>
            <a:xfrm>
              <a:off x="147626" y="5534148"/>
              <a:ext cx="2648869" cy="896540"/>
            </a:xfrm>
            <a:prstGeom prst="rect">
              <a:avLst/>
            </a:prstGeom>
          </p:spPr>
        </p:pic>
        <p:sp>
          <p:nvSpPr>
            <p:cNvPr id="20" name="Title 1">
              <a:extLst>
                <a:ext uri="{FF2B5EF4-FFF2-40B4-BE49-F238E27FC236}">
                  <a16:creationId xmlns:a16="http://schemas.microsoft.com/office/drawing/2014/main" id="{809FF5CE-445D-8433-19B2-C4C5CE00ABFC}"/>
                </a:ext>
              </a:extLst>
            </p:cNvPr>
            <p:cNvSpPr txBox="1">
              <a:spLocks/>
            </p:cNvSpPr>
            <p:nvPr/>
          </p:nvSpPr>
          <p:spPr>
            <a:xfrm>
              <a:off x="165773" y="5096425"/>
              <a:ext cx="2762258" cy="401050"/>
            </a:xfrm>
            <a:prstGeom prst="rect">
              <a:avLst/>
            </a:prstGeom>
          </p:spPr>
          <p:txBody>
            <a:bodyPr vert="horz" lIns="91440" tIns="45720" rIns="91440" bIns="45720" rtlCol="0" anchor="t" anchorCtr="0">
              <a:noAutofit/>
            </a:bodyPr>
            <a:lstStyle>
              <a:lvl1pPr algn="l" defTabSz="914377" rtl="0" eaLnBrk="1" latinLnBrk="0" hangingPunct="1">
                <a:lnSpc>
                  <a:spcPct val="90000"/>
                </a:lnSpc>
                <a:spcBef>
                  <a:spcPct val="0"/>
                </a:spcBef>
                <a:buNone/>
                <a:defRPr sz="2600" kern="1200">
                  <a:solidFill>
                    <a:schemeClr val="tx1"/>
                  </a:solidFill>
                  <a:latin typeface="+mj-lt"/>
                  <a:ea typeface="+mj-ea"/>
                  <a:cs typeface="+mj-cs"/>
                </a:defRPr>
              </a:lvl1pPr>
            </a:lstStyle>
            <a:p>
              <a:pPr algn="ctr"/>
              <a:r>
                <a:rPr lang="es-CO" sz="1800" dirty="0">
                  <a:solidFill>
                    <a:schemeClr val="bg1">
                      <a:lumMod val="25000"/>
                    </a:schemeClr>
                  </a:solidFill>
                  <a:latin typeface="Segoe UI" panose="020B0502040204020203" pitchFamily="34" charset="0"/>
                  <a:cs typeface="Segoe UI" panose="020B0502040204020203" pitchFamily="34" charset="0"/>
                </a:rPr>
                <a:t>Gamma</a:t>
              </a:r>
              <a:endParaRPr lang="es-CO" sz="1800" i="1" dirty="0">
                <a:solidFill>
                  <a:schemeClr val="bg1">
                    <a:lumMod val="25000"/>
                  </a:schemeClr>
                </a:solidFill>
                <a:latin typeface="Segoe UI" panose="020B0502040204020203" pitchFamily="34" charset="0"/>
                <a:cs typeface="Segoe UI" panose="020B0502040204020203" pitchFamily="34" charset="0"/>
              </a:endParaRPr>
            </a:p>
          </p:txBody>
        </p:sp>
      </p:grpSp>
      <p:grpSp>
        <p:nvGrpSpPr>
          <p:cNvPr id="49" name="Group 48">
            <a:extLst>
              <a:ext uri="{FF2B5EF4-FFF2-40B4-BE49-F238E27FC236}">
                <a16:creationId xmlns:a16="http://schemas.microsoft.com/office/drawing/2014/main" id="{B97624DF-3166-17D4-0B51-A043565C0FD0}"/>
              </a:ext>
            </a:extLst>
          </p:cNvPr>
          <p:cNvGrpSpPr/>
          <p:nvPr/>
        </p:nvGrpSpPr>
        <p:grpSpPr>
          <a:xfrm>
            <a:off x="4907877" y="3178655"/>
            <a:ext cx="7208842" cy="1651270"/>
            <a:chOff x="4907877" y="3374004"/>
            <a:chExt cx="7208842" cy="1651270"/>
          </a:xfrm>
        </p:grpSpPr>
        <p:sp>
          <p:nvSpPr>
            <p:cNvPr id="47" name="Rectangle: Rounded Corners 46">
              <a:hlinkClick r:id="rId11"/>
              <a:extLst>
                <a:ext uri="{FF2B5EF4-FFF2-40B4-BE49-F238E27FC236}">
                  <a16:creationId xmlns:a16="http://schemas.microsoft.com/office/drawing/2014/main" id="{5EA5E9F6-FB84-AC7D-BCF0-0B9FE2442B8C}"/>
                </a:ext>
              </a:extLst>
            </p:cNvPr>
            <p:cNvSpPr/>
            <p:nvPr/>
          </p:nvSpPr>
          <p:spPr>
            <a:xfrm>
              <a:off x="4907877" y="3374004"/>
              <a:ext cx="7208842" cy="1651270"/>
            </a:xfrm>
            <a:prstGeom prst="roundRect">
              <a:avLst>
                <a:gd name="adj" fmla="val 11476"/>
              </a:avLst>
            </a:pr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22" name="Title 1">
              <a:extLst>
                <a:ext uri="{FF2B5EF4-FFF2-40B4-BE49-F238E27FC236}">
                  <a16:creationId xmlns:a16="http://schemas.microsoft.com/office/drawing/2014/main" id="{E96DF27B-23E5-2784-82F9-DD22C2AC9634}"/>
                </a:ext>
              </a:extLst>
            </p:cNvPr>
            <p:cNvSpPr txBox="1">
              <a:spLocks/>
            </p:cNvSpPr>
            <p:nvPr/>
          </p:nvSpPr>
          <p:spPr>
            <a:xfrm>
              <a:off x="5000623" y="3507506"/>
              <a:ext cx="6991974" cy="401050"/>
            </a:xfrm>
            <a:prstGeom prst="rect">
              <a:avLst/>
            </a:prstGeom>
          </p:spPr>
          <p:txBody>
            <a:bodyPr vert="horz" lIns="91440" tIns="45720" rIns="91440" bIns="45720" rtlCol="0" anchor="t" anchorCtr="0">
              <a:noAutofit/>
            </a:bodyPr>
            <a:lstStyle>
              <a:lvl1pPr algn="l" defTabSz="914377" rtl="0" eaLnBrk="1" latinLnBrk="0" hangingPunct="1">
                <a:lnSpc>
                  <a:spcPct val="90000"/>
                </a:lnSpc>
                <a:spcBef>
                  <a:spcPct val="0"/>
                </a:spcBef>
                <a:buNone/>
                <a:defRPr sz="2600" kern="1200">
                  <a:solidFill>
                    <a:schemeClr val="tx1"/>
                  </a:solidFill>
                  <a:latin typeface="+mj-lt"/>
                  <a:ea typeface="+mj-ea"/>
                  <a:cs typeface="+mj-cs"/>
                </a:defRPr>
              </a:lvl1pPr>
            </a:lstStyle>
            <a:p>
              <a:pPr algn="ctr"/>
              <a:r>
                <a:rPr lang="es-CO" sz="1800" dirty="0">
                  <a:solidFill>
                    <a:schemeClr val="bg1">
                      <a:lumMod val="25000"/>
                    </a:schemeClr>
                  </a:solidFill>
                  <a:latin typeface="Segoe UI" panose="020B0502040204020203" pitchFamily="34" charset="0"/>
                  <a:cs typeface="Segoe UI" panose="020B0502040204020203" pitchFamily="34" charset="0"/>
                </a:rPr>
                <a:t>Pearson III, Log Pearson III</a:t>
              </a:r>
              <a:endParaRPr lang="es-CO" sz="1800" i="1" dirty="0">
                <a:solidFill>
                  <a:schemeClr val="bg1">
                    <a:lumMod val="25000"/>
                  </a:schemeClr>
                </a:solidFill>
                <a:latin typeface="Segoe UI" panose="020B0502040204020203" pitchFamily="34" charset="0"/>
                <a:cs typeface="Segoe UI" panose="020B0502040204020203" pitchFamily="34" charset="0"/>
              </a:endParaRPr>
            </a:p>
          </p:txBody>
        </p:sp>
        <p:pic>
          <p:nvPicPr>
            <p:cNvPr id="24" name="Picture 23">
              <a:extLst>
                <a:ext uri="{FF2B5EF4-FFF2-40B4-BE49-F238E27FC236}">
                  <a16:creationId xmlns:a16="http://schemas.microsoft.com/office/drawing/2014/main" id="{403174BB-4249-BCA3-9A08-F1BBFA24CF1C}"/>
                </a:ext>
              </a:extLst>
            </p:cNvPr>
            <p:cNvPicPr>
              <a:picLocks noChangeAspect="1"/>
            </p:cNvPicPr>
            <p:nvPr/>
          </p:nvPicPr>
          <p:blipFill>
            <a:blip r:embed="rId12"/>
            <a:stretch>
              <a:fillRect/>
            </a:stretch>
          </p:blipFill>
          <p:spPr>
            <a:xfrm>
              <a:off x="5000624" y="3837563"/>
              <a:ext cx="6991973" cy="952752"/>
            </a:xfrm>
            <a:prstGeom prst="rect">
              <a:avLst/>
            </a:prstGeom>
          </p:spPr>
        </p:pic>
      </p:grpSp>
      <p:grpSp>
        <p:nvGrpSpPr>
          <p:cNvPr id="48" name="Group 47">
            <a:extLst>
              <a:ext uri="{FF2B5EF4-FFF2-40B4-BE49-F238E27FC236}">
                <a16:creationId xmlns:a16="http://schemas.microsoft.com/office/drawing/2014/main" id="{5CF9F7F1-0B61-ECD4-035E-912C9C66E8A6}"/>
              </a:ext>
            </a:extLst>
          </p:cNvPr>
          <p:cNvGrpSpPr/>
          <p:nvPr/>
        </p:nvGrpSpPr>
        <p:grpSpPr>
          <a:xfrm>
            <a:off x="75281" y="3178655"/>
            <a:ext cx="4687219" cy="1651270"/>
            <a:chOff x="75281" y="3388435"/>
            <a:chExt cx="4687219" cy="1651270"/>
          </a:xfrm>
        </p:grpSpPr>
        <p:sp>
          <p:nvSpPr>
            <p:cNvPr id="45" name="Rectangle: Rounded Corners 44">
              <a:hlinkClick r:id="rId13"/>
              <a:extLst>
                <a:ext uri="{FF2B5EF4-FFF2-40B4-BE49-F238E27FC236}">
                  <a16:creationId xmlns:a16="http://schemas.microsoft.com/office/drawing/2014/main" id="{E78E1003-FA6F-258D-A7AA-CF11E9904F67}"/>
                </a:ext>
              </a:extLst>
            </p:cNvPr>
            <p:cNvSpPr/>
            <p:nvPr/>
          </p:nvSpPr>
          <p:spPr>
            <a:xfrm>
              <a:off x="75281" y="3388435"/>
              <a:ext cx="4687219" cy="1651270"/>
            </a:xfrm>
            <a:prstGeom prst="roundRect">
              <a:avLst>
                <a:gd name="adj" fmla="val 11476"/>
              </a:avLst>
            </a:pr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pic>
          <p:nvPicPr>
            <p:cNvPr id="26" name="Picture 25">
              <a:extLst>
                <a:ext uri="{FF2B5EF4-FFF2-40B4-BE49-F238E27FC236}">
                  <a16:creationId xmlns:a16="http://schemas.microsoft.com/office/drawing/2014/main" id="{47B93981-8443-347F-54F4-ACDCCC87EC74}"/>
                </a:ext>
              </a:extLst>
            </p:cNvPr>
            <p:cNvPicPr>
              <a:picLocks noChangeAspect="1"/>
            </p:cNvPicPr>
            <p:nvPr/>
          </p:nvPicPr>
          <p:blipFill>
            <a:blip r:embed="rId14"/>
            <a:stretch>
              <a:fillRect/>
            </a:stretch>
          </p:blipFill>
          <p:spPr>
            <a:xfrm>
              <a:off x="147626" y="4088710"/>
              <a:ext cx="4522127" cy="559595"/>
            </a:xfrm>
            <a:prstGeom prst="rect">
              <a:avLst/>
            </a:prstGeom>
          </p:spPr>
        </p:pic>
        <p:sp>
          <p:nvSpPr>
            <p:cNvPr id="28" name="Title 1">
              <a:extLst>
                <a:ext uri="{FF2B5EF4-FFF2-40B4-BE49-F238E27FC236}">
                  <a16:creationId xmlns:a16="http://schemas.microsoft.com/office/drawing/2014/main" id="{FB9EF4F2-99D9-D12D-DC82-B67E17A337B7}"/>
                </a:ext>
              </a:extLst>
            </p:cNvPr>
            <p:cNvSpPr txBox="1">
              <a:spLocks/>
            </p:cNvSpPr>
            <p:nvPr/>
          </p:nvSpPr>
          <p:spPr>
            <a:xfrm>
              <a:off x="147626" y="3687269"/>
              <a:ext cx="4522127" cy="401050"/>
            </a:xfrm>
            <a:prstGeom prst="rect">
              <a:avLst/>
            </a:prstGeom>
          </p:spPr>
          <p:txBody>
            <a:bodyPr vert="horz" lIns="91440" tIns="45720" rIns="91440" bIns="45720" rtlCol="0" anchor="t" anchorCtr="0">
              <a:noAutofit/>
            </a:bodyPr>
            <a:lstStyle>
              <a:lvl1pPr algn="l" defTabSz="914377" rtl="0" eaLnBrk="1" latinLnBrk="0" hangingPunct="1">
                <a:lnSpc>
                  <a:spcPct val="90000"/>
                </a:lnSpc>
                <a:spcBef>
                  <a:spcPct val="0"/>
                </a:spcBef>
                <a:buNone/>
                <a:defRPr sz="2600" kern="1200">
                  <a:solidFill>
                    <a:schemeClr val="tx1"/>
                  </a:solidFill>
                  <a:latin typeface="+mj-lt"/>
                  <a:ea typeface="+mj-ea"/>
                  <a:cs typeface="+mj-cs"/>
                </a:defRPr>
              </a:lvl1pPr>
            </a:lstStyle>
            <a:p>
              <a:pPr algn="ctr"/>
              <a:r>
                <a:rPr lang="es-CO" sz="1800" dirty="0">
                  <a:solidFill>
                    <a:schemeClr val="bg1">
                      <a:lumMod val="25000"/>
                    </a:schemeClr>
                  </a:solidFill>
                  <a:latin typeface="Segoe UI" panose="020B0502040204020203" pitchFamily="34" charset="0"/>
                  <a:cs typeface="Segoe UI" panose="020B0502040204020203" pitchFamily="34" charset="0"/>
                </a:rPr>
                <a:t>D Weibull</a:t>
              </a:r>
              <a:endParaRPr lang="es-CO" sz="1800" i="1" dirty="0">
                <a:solidFill>
                  <a:schemeClr val="bg1">
                    <a:lumMod val="25000"/>
                  </a:schemeClr>
                </a:solidFill>
                <a:latin typeface="Segoe UI" panose="020B0502040204020203" pitchFamily="34" charset="0"/>
                <a:cs typeface="Segoe UI" panose="020B0502040204020203" pitchFamily="34" charset="0"/>
              </a:endParaRPr>
            </a:p>
          </p:txBody>
        </p:sp>
      </p:grpSp>
      <p:grpSp>
        <p:nvGrpSpPr>
          <p:cNvPr id="54" name="Group 53">
            <a:extLst>
              <a:ext uri="{FF2B5EF4-FFF2-40B4-BE49-F238E27FC236}">
                <a16:creationId xmlns:a16="http://schemas.microsoft.com/office/drawing/2014/main" id="{FE0DA7E0-C455-9400-4EAB-ED2002E73980}"/>
              </a:ext>
            </a:extLst>
          </p:cNvPr>
          <p:cNvGrpSpPr/>
          <p:nvPr/>
        </p:nvGrpSpPr>
        <p:grpSpPr>
          <a:xfrm>
            <a:off x="4155731" y="4975818"/>
            <a:ext cx="7757791" cy="1651270"/>
            <a:chOff x="4468471" y="4929731"/>
            <a:chExt cx="7757791" cy="1651270"/>
          </a:xfrm>
        </p:grpSpPr>
        <p:sp>
          <p:nvSpPr>
            <p:cNvPr id="41" name="Rectangle: Rounded Corners 40">
              <a:hlinkClick r:id="rId15"/>
              <a:extLst>
                <a:ext uri="{FF2B5EF4-FFF2-40B4-BE49-F238E27FC236}">
                  <a16:creationId xmlns:a16="http://schemas.microsoft.com/office/drawing/2014/main" id="{C38E3845-8C38-A570-C073-3D872D46B690}"/>
                </a:ext>
              </a:extLst>
            </p:cNvPr>
            <p:cNvSpPr/>
            <p:nvPr/>
          </p:nvSpPr>
          <p:spPr>
            <a:xfrm>
              <a:off x="4468471" y="4929731"/>
              <a:ext cx="7757791" cy="1651270"/>
            </a:xfrm>
            <a:prstGeom prst="roundRect">
              <a:avLst>
                <a:gd name="adj" fmla="val 11476"/>
              </a:avLst>
            </a:pr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pic>
          <p:nvPicPr>
            <p:cNvPr id="30" name="Picture 29">
              <a:extLst>
                <a:ext uri="{FF2B5EF4-FFF2-40B4-BE49-F238E27FC236}">
                  <a16:creationId xmlns:a16="http://schemas.microsoft.com/office/drawing/2014/main" id="{5FB5A7B0-4794-673B-0A3F-0BB5A1D45D13}"/>
                </a:ext>
              </a:extLst>
            </p:cNvPr>
            <p:cNvPicPr>
              <a:picLocks noChangeAspect="1"/>
            </p:cNvPicPr>
            <p:nvPr/>
          </p:nvPicPr>
          <p:blipFill>
            <a:blip r:embed="rId16"/>
            <a:stretch>
              <a:fillRect/>
            </a:stretch>
          </p:blipFill>
          <p:spPr>
            <a:xfrm>
              <a:off x="4650701" y="5584229"/>
              <a:ext cx="7466018" cy="594235"/>
            </a:xfrm>
            <a:prstGeom prst="rect">
              <a:avLst/>
            </a:prstGeom>
          </p:spPr>
        </p:pic>
        <p:sp>
          <p:nvSpPr>
            <p:cNvPr id="32" name="Title 1">
              <a:extLst>
                <a:ext uri="{FF2B5EF4-FFF2-40B4-BE49-F238E27FC236}">
                  <a16:creationId xmlns:a16="http://schemas.microsoft.com/office/drawing/2014/main" id="{A8C85536-5EAD-AE7E-AC70-55547B7DAB29}"/>
                </a:ext>
              </a:extLst>
            </p:cNvPr>
            <p:cNvSpPr txBox="1">
              <a:spLocks/>
            </p:cNvSpPr>
            <p:nvPr/>
          </p:nvSpPr>
          <p:spPr>
            <a:xfrm>
              <a:off x="4650701" y="5163064"/>
              <a:ext cx="7466018" cy="401050"/>
            </a:xfrm>
            <a:prstGeom prst="rect">
              <a:avLst/>
            </a:prstGeom>
          </p:spPr>
          <p:txBody>
            <a:bodyPr vert="horz" lIns="91440" tIns="45720" rIns="91440" bIns="45720" rtlCol="0" anchor="t" anchorCtr="0">
              <a:noAutofit/>
            </a:bodyPr>
            <a:lstStyle>
              <a:lvl1pPr algn="l" defTabSz="914377" rtl="0" eaLnBrk="1" latinLnBrk="0" hangingPunct="1">
                <a:lnSpc>
                  <a:spcPct val="90000"/>
                </a:lnSpc>
                <a:spcBef>
                  <a:spcPct val="0"/>
                </a:spcBef>
                <a:buNone/>
                <a:defRPr sz="2600" kern="1200">
                  <a:solidFill>
                    <a:schemeClr val="tx1"/>
                  </a:solidFill>
                  <a:latin typeface="+mj-lt"/>
                  <a:ea typeface="+mj-ea"/>
                  <a:cs typeface="+mj-cs"/>
                </a:defRPr>
              </a:lvl1pPr>
            </a:lstStyle>
            <a:p>
              <a:pPr algn="ctr"/>
              <a:r>
                <a:rPr lang="es-CO" sz="1800" dirty="0">
                  <a:solidFill>
                    <a:schemeClr val="bg1">
                      <a:lumMod val="25000"/>
                    </a:schemeClr>
                  </a:solidFill>
                  <a:latin typeface="Segoe UI" panose="020B0502040204020203" pitchFamily="34" charset="0"/>
                  <a:cs typeface="Segoe UI" panose="020B0502040204020203" pitchFamily="34" charset="0"/>
                </a:rPr>
                <a:t>Kappa 4</a:t>
              </a:r>
              <a:endParaRPr lang="es-CO" sz="1800" i="1" dirty="0">
                <a:solidFill>
                  <a:schemeClr val="bg1">
                    <a:lumMod val="25000"/>
                  </a:schemeClr>
                </a:solidFill>
                <a:latin typeface="Segoe UI" panose="020B0502040204020203" pitchFamily="34" charset="0"/>
                <a:cs typeface="Segoe UI" panose="020B0502040204020203" pitchFamily="34" charset="0"/>
              </a:endParaRPr>
            </a:p>
          </p:txBody>
        </p:sp>
      </p:grpSp>
      <p:pic>
        <p:nvPicPr>
          <p:cNvPr id="56" name="Imagen 4">
            <a:extLst>
              <a:ext uri="{FF2B5EF4-FFF2-40B4-BE49-F238E27FC236}">
                <a16:creationId xmlns:a16="http://schemas.microsoft.com/office/drawing/2014/main" id="{8756AF84-C5DD-F4CA-7557-C5892153D5A9}"/>
              </a:ext>
            </a:extLst>
          </p:cNvPr>
          <p:cNvPicPr>
            <a:picLocks noChangeAspect="1"/>
          </p:cNvPicPr>
          <p:nvPr/>
        </p:nvPicPr>
        <p:blipFill>
          <a:blip r:embed="rId17">
            <a:extLst>
              <a:ext uri="{28A0092B-C50C-407E-A947-70E740481C1C}">
                <a14:useLocalDpi xmlns:a14="http://schemas.microsoft.com/office/drawing/2010/main" val="0"/>
              </a:ext>
            </a:extLst>
          </a:blip>
          <a:srcRect b="84948"/>
          <a:stretch>
            <a:fillRect/>
          </a:stretch>
        </p:blipFill>
        <p:spPr>
          <a:xfrm>
            <a:off x="0" y="-16873"/>
            <a:ext cx="12192000" cy="1032252"/>
          </a:xfrm>
          <a:prstGeom prst="rect">
            <a:avLst/>
          </a:prstGeom>
        </p:spPr>
      </p:pic>
    </p:spTree>
    <p:extLst>
      <p:ext uri="{BB962C8B-B14F-4D97-AF65-F5344CB8AC3E}">
        <p14:creationId xmlns:p14="http://schemas.microsoft.com/office/powerpoint/2010/main" val="39669312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83709-7FC3-967A-F96A-328D31CAF7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741B89-524D-51EB-D088-68B1D4CEE599}"/>
              </a:ext>
            </a:extLst>
          </p:cNvPr>
          <p:cNvSpPr>
            <a:spLocks noGrp="1"/>
          </p:cNvSpPr>
          <p:nvPr>
            <p:ph type="title"/>
          </p:nvPr>
        </p:nvSpPr>
        <p:spPr>
          <a:xfrm>
            <a:off x="5501897" y="233532"/>
            <a:ext cx="6520913" cy="1012098"/>
          </a:xfrm>
        </p:spPr>
        <p:txBody>
          <a:bodyPr anchor="t" anchorCtr="0">
            <a:noAutofit/>
          </a:bodyPr>
          <a:lstStyle/>
          <a:p>
            <a:pPr algn="ctr"/>
            <a:r>
              <a:rPr lang="es-CO" sz="2800" noProof="0" dirty="0">
                <a:solidFill>
                  <a:schemeClr val="bg1">
                    <a:lumMod val="25000"/>
                  </a:schemeClr>
                </a:solidFill>
                <a:latin typeface="Segoe UI Semibold" panose="020B0702040204020203" pitchFamily="34" charset="0"/>
                <a:cs typeface="Segoe UI Semibold" panose="020B0702040204020203" pitchFamily="34" charset="0"/>
              </a:rPr>
              <a:t>Análisis entre PDF de mejor ajuste y PDF’s más utilizadas en hidrología</a:t>
            </a:r>
            <a:endParaRPr lang="es-CO" sz="2000" i="1" noProof="0" dirty="0">
              <a:solidFill>
                <a:schemeClr val="bg1">
                  <a:lumMod val="25000"/>
                </a:schemeClr>
              </a:solidFill>
              <a:latin typeface="Segoe UI Semibold" panose="020B0702040204020203" pitchFamily="34" charset="0"/>
              <a:cs typeface="Segoe UI Semibold" panose="020B0702040204020203" pitchFamily="34"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C023536-43F4-2908-8670-98A3572682A4}"/>
                  </a:ext>
                </a:extLst>
              </p:cNvPr>
              <p:cNvSpPr txBox="1"/>
              <p:nvPr/>
            </p:nvSpPr>
            <p:spPr>
              <a:xfrm>
                <a:off x="4152900" y="1420066"/>
                <a:ext cx="3886200" cy="1073820"/>
              </a:xfrm>
              <a:prstGeom prst="rect">
                <a:avLst/>
              </a:prstGeom>
              <a:noFill/>
            </p:spPr>
            <p:txBody>
              <a:bodyPr wrap="square">
                <a:spAutoFit/>
              </a:bodyPr>
              <a:lstStyle/>
              <a:p>
                <a:pPr/>
                <a14:m>
                  <m:oMathPara xmlns:m="http://schemas.openxmlformats.org/officeDocument/2006/math">
                    <m:oMath>
                      <m:r>
                        <a:rPr lang="es-CO" sz="2800" b="1" i="1" smtClean="0">
                          <a:solidFill>
                            <a:schemeClr val="bg1">
                              <a:lumMod val="25000"/>
                            </a:schemeClr>
                          </a:solidFill>
                          <a:latin typeface="Cambria Math" panose="02040503050406030204" pitchFamily="18" charset="0"/>
                        </a:rPr>
                        <m:t>𝒑𝒅𝒊𝒇𝒇</m:t>
                      </m:r>
                      <m:r>
                        <a:rPr lang="es-CO" sz="2800" b="0" i="0">
                          <a:solidFill>
                            <a:schemeClr val="bg1">
                              <a:lumMod val="25000"/>
                            </a:schemeClr>
                          </a:solidFill>
                          <a:latin typeface="Cambria Math" panose="02040503050406030204" pitchFamily="18" charset="0"/>
                        </a:rPr>
                        <m:t>=</m:t>
                      </m:r>
                      <m:r>
                        <a:rPr lang="es-CO" sz="2800" b="1" i="0">
                          <a:solidFill>
                            <a:schemeClr val="bg1">
                              <a:lumMod val="25000"/>
                            </a:schemeClr>
                          </a:solidFill>
                          <a:latin typeface="Cambria Math" panose="02040503050406030204" pitchFamily="18" charset="0"/>
                        </a:rPr>
                        <m:t>𝟏</m:t>
                      </m:r>
                      <m:r>
                        <a:rPr lang="es-CO" sz="2800" b="0" i="0">
                          <a:solidFill>
                            <a:schemeClr val="bg1">
                              <a:lumMod val="25000"/>
                            </a:schemeClr>
                          </a:solidFill>
                          <a:latin typeface="Cambria Math" panose="02040503050406030204" pitchFamily="18" charset="0"/>
                        </a:rPr>
                        <m:t>−</m:t>
                      </m:r>
                      <m:d>
                        <m:dPr>
                          <m:ctrlPr>
                            <a:rPr lang="es-CO" sz="2800" b="1" i="1">
                              <a:solidFill>
                                <a:schemeClr val="bg1">
                                  <a:lumMod val="25000"/>
                                </a:schemeClr>
                              </a:solidFill>
                              <a:latin typeface="Cambria Math" panose="02040503050406030204" pitchFamily="18" charset="0"/>
                            </a:rPr>
                          </m:ctrlPr>
                        </m:dPr>
                        <m:e>
                          <m:f>
                            <m:fPr>
                              <m:ctrlPr>
                                <a:rPr lang="es-CO" sz="2800" b="1" i="1">
                                  <a:solidFill>
                                    <a:schemeClr val="bg1">
                                      <a:lumMod val="25000"/>
                                    </a:schemeClr>
                                  </a:solidFill>
                                  <a:latin typeface="Cambria Math" panose="02040503050406030204" pitchFamily="18" charset="0"/>
                                </a:rPr>
                              </m:ctrlPr>
                            </m:fPr>
                            <m:num>
                              <m:sSub>
                                <m:sSubPr>
                                  <m:ctrlPr>
                                    <a:rPr lang="es-CO" sz="2800" b="1" i="1">
                                      <a:solidFill>
                                        <a:schemeClr val="bg1">
                                          <a:lumMod val="25000"/>
                                        </a:schemeClr>
                                      </a:solidFill>
                                      <a:latin typeface="Cambria Math" panose="02040503050406030204" pitchFamily="18" charset="0"/>
                                    </a:rPr>
                                  </m:ctrlPr>
                                </m:sSubPr>
                                <m:e>
                                  <m:r>
                                    <a:rPr lang="es-CO" sz="2800" b="1" i="1">
                                      <a:solidFill>
                                        <a:schemeClr val="bg1">
                                          <a:lumMod val="25000"/>
                                        </a:schemeClr>
                                      </a:solidFill>
                                      <a:latin typeface="Cambria Math" panose="02040503050406030204" pitchFamily="18" charset="0"/>
                                    </a:rPr>
                                    <m:t>𝑬</m:t>
                                  </m:r>
                                </m:e>
                                <m:sub>
                                  <m:r>
                                    <a:rPr lang="es-CO" sz="2800" b="1" i="1">
                                      <a:solidFill>
                                        <a:schemeClr val="bg1">
                                          <a:lumMod val="25000"/>
                                        </a:schemeClr>
                                      </a:solidFill>
                                      <a:latin typeface="Cambria Math" panose="02040503050406030204" pitchFamily="18" charset="0"/>
                                    </a:rPr>
                                    <m:t>𝑻𝒓</m:t>
                                  </m:r>
                                  <m:d>
                                    <m:dPr>
                                      <m:ctrlPr>
                                        <a:rPr lang="es-CO" sz="2800" b="1" i="1">
                                          <a:solidFill>
                                            <a:schemeClr val="bg1">
                                              <a:lumMod val="25000"/>
                                            </a:schemeClr>
                                          </a:solidFill>
                                          <a:latin typeface="Cambria Math" panose="02040503050406030204" pitchFamily="18" charset="0"/>
                                        </a:rPr>
                                      </m:ctrlPr>
                                    </m:dPr>
                                    <m:e>
                                      <m:r>
                                        <a:rPr lang="es-CO" sz="2800" b="1" i="1">
                                          <a:solidFill>
                                            <a:schemeClr val="bg1">
                                              <a:lumMod val="25000"/>
                                            </a:schemeClr>
                                          </a:solidFill>
                                          <a:latin typeface="Cambria Math" panose="02040503050406030204" pitchFamily="18" charset="0"/>
                                        </a:rPr>
                                        <m:t>𝑩𝒇</m:t>
                                      </m:r>
                                    </m:e>
                                  </m:d>
                                </m:sub>
                              </m:sSub>
                            </m:num>
                            <m:den>
                              <m:sSub>
                                <m:sSubPr>
                                  <m:ctrlPr>
                                    <a:rPr lang="es-CO" sz="2800" b="1" i="1">
                                      <a:solidFill>
                                        <a:schemeClr val="bg1">
                                          <a:lumMod val="25000"/>
                                        </a:schemeClr>
                                      </a:solidFill>
                                      <a:latin typeface="Cambria Math" panose="02040503050406030204" pitchFamily="18" charset="0"/>
                                    </a:rPr>
                                  </m:ctrlPr>
                                </m:sSubPr>
                                <m:e>
                                  <m:r>
                                    <a:rPr lang="es-CO" sz="2800" b="1" i="1">
                                      <a:solidFill>
                                        <a:schemeClr val="bg1">
                                          <a:lumMod val="25000"/>
                                        </a:schemeClr>
                                      </a:solidFill>
                                      <a:latin typeface="Cambria Math" panose="02040503050406030204" pitchFamily="18" charset="0"/>
                                    </a:rPr>
                                    <m:t>𝑬</m:t>
                                  </m:r>
                                </m:e>
                                <m:sub>
                                  <m:r>
                                    <a:rPr lang="es-CO" sz="2800" b="1" i="1">
                                      <a:solidFill>
                                        <a:schemeClr val="bg1">
                                          <a:lumMod val="25000"/>
                                        </a:schemeClr>
                                      </a:solidFill>
                                      <a:latin typeface="Cambria Math" panose="02040503050406030204" pitchFamily="18" charset="0"/>
                                    </a:rPr>
                                    <m:t>𝑻</m:t>
                                  </m:r>
                                  <m:sSub>
                                    <m:sSubPr>
                                      <m:ctrlPr>
                                        <a:rPr lang="es-CO" sz="2800" b="1" i="1">
                                          <a:solidFill>
                                            <a:schemeClr val="bg1">
                                              <a:lumMod val="25000"/>
                                            </a:schemeClr>
                                          </a:solidFill>
                                          <a:latin typeface="Cambria Math" panose="02040503050406030204" pitchFamily="18" charset="0"/>
                                        </a:rPr>
                                      </m:ctrlPr>
                                    </m:sSubPr>
                                    <m:e>
                                      <m:r>
                                        <a:rPr lang="es-CO" sz="2800" b="1" i="1">
                                          <a:solidFill>
                                            <a:schemeClr val="bg1">
                                              <a:lumMod val="25000"/>
                                            </a:schemeClr>
                                          </a:solidFill>
                                          <a:latin typeface="Cambria Math" panose="02040503050406030204" pitchFamily="18" charset="0"/>
                                        </a:rPr>
                                        <m:t>𝒓</m:t>
                                      </m:r>
                                    </m:e>
                                    <m:sub>
                                      <m:r>
                                        <a:rPr lang="es-CO" sz="2800" b="1" i="1">
                                          <a:solidFill>
                                            <a:schemeClr val="bg1">
                                              <a:lumMod val="25000"/>
                                            </a:schemeClr>
                                          </a:solidFill>
                                          <a:latin typeface="Cambria Math" panose="02040503050406030204" pitchFamily="18" charset="0"/>
                                        </a:rPr>
                                        <m:t>𝒊</m:t>
                                      </m:r>
                                    </m:sub>
                                  </m:sSub>
                                </m:sub>
                              </m:sSub>
                            </m:den>
                          </m:f>
                        </m:e>
                      </m:d>
                    </m:oMath>
                  </m:oMathPara>
                </a14:m>
                <a:endParaRPr lang="es-CO" sz="2800" dirty="0"/>
              </a:p>
            </p:txBody>
          </p:sp>
        </mc:Choice>
        <mc:Fallback xmlns="">
          <p:sp>
            <p:nvSpPr>
              <p:cNvPr id="6" name="TextBox 5">
                <a:extLst>
                  <a:ext uri="{FF2B5EF4-FFF2-40B4-BE49-F238E27FC236}">
                    <a16:creationId xmlns:a16="http://schemas.microsoft.com/office/drawing/2014/main" id="{3C023536-43F4-2908-8670-98A3572682A4}"/>
                  </a:ext>
                </a:extLst>
              </p:cNvPr>
              <p:cNvSpPr txBox="1">
                <a:spLocks noRot="1" noChangeAspect="1" noMove="1" noResize="1" noEditPoints="1" noAdjustHandles="1" noChangeArrowheads="1" noChangeShapeType="1" noTextEdit="1"/>
              </p:cNvSpPr>
              <p:nvPr/>
            </p:nvSpPr>
            <p:spPr>
              <a:xfrm>
                <a:off x="4152900" y="1420066"/>
                <a:ext cx="3886200" cy="1073820"/>
              </a:xfrm>
              <a:prstGeom prst="rect">
                <a:avLst/>
              </a:prstGeom>
              <a:blipFill>
                <a:blip r:embed="rId3"/>
                <a:stretch>
                  <a:fillRect/>
                </a:stretch>
              </a:blipFill>
            </p:spPr>
            <p:txBody>
              <a:bodyPr/>
              <a:lstStyle/>
              <a:p>
                <a:r>
                  <a:rPr lang="es-CO">
                    <a:noFill/>
                  </a:rPr>
                  <a:t> </a:t>
                </a:r>
              </a:p>
            </p:txBody>
          </p:sp>
        </mc:Fallback>
      </mc:AlternateContent>
      <p:sp>
        <p:nvSpPr>
          <p:cNvPr id="8" name="Title 1">
            <a:extLst>
              <a:ext uri="{FF2B5EF4-FFF2-40B4-BE49-F238E27FC236}">
                <a16:creationId xmlns:a16="http://schemas.microsoft.com/office/drawing/2014/main" id="{DA169839-AB66-1D06-E11A-ECFA4F501C77}"/>
              </a:ext>
            </a:extLst>
          </p:cNvPr>
          <p:cNvSpPr txBox="1">
            <a:spLocks/>
          </p:cNvSpPr>
          <p:nvPr/>
        </p:nvSpPr>
        <p:spPr>
          <a:xfrm>
            <a:off x="327378" y="2797287"/>
            <a:ext cx="11464572" cy="3947304"/>
          </a:xfrm>
          <a:prstGeom prst="rect">
            <a:avLst/>
          </a:prstGeom>
        </p:spPr>
        <p:txBody>
          <a:bodyPr vert="horz" lIns="91440" tIns="45720" rIns="91440" bIns="45720" rtlCol="0" anchor="t" anchorCtr="0">
            <a:noAutofit/>
          </a:bodyPr>
          <a:lstStyle>
            <a:lvl1pPr algn="l" defTabSz="914377" rtl="0" eaLnBrk="1" latinLnBrk="0" hangingPunct="1">
              <a:lnSpc>
                <a:spcPct val="90000"/>
              </a:lnSpc>
              <a:spcBef>
                <a:spcPct val="0"/>
              </a:spcBef>
              <a:buNone/>
              <a:defRPr sz="2600" kern="1200">
                <a:solidFill>
                  <a:schemeClr val="tx1"/>
                </a:solidFill>
                <a:latin typeface="+mj-lt"/>
                <a:ea typeface="+mj-ea"/>
                <a:cs typeface="+mj-cs"/>
              </a:defRPr>
            </a:lvl1pPr>
          </a:lstStyle>
          <a:p>
            <a:r>
              <a:rPr lang="es-CO" sz="3000" i="1" dirty="0">
                <a:solidFill>
                  <a:schemeClr val="bg1">
                    <a:lumMod val="25000"/>
                  </a:schemeClr>
                </a:solidFill>
                <a:latin typeface="Segoe UI Semibold" panose="020B0702040204020203" pitchFamily="34" charset="0"/>
                <a:cs typeface="Segoe UI Semibold" panose="020B0702040204020203" pitchFamily="34" charset="0"/>
              </a:rPr>
              <a:t>pdiff&gt;0</a:t>
            </a:r>
            <a:r>
              <a:rPr lang="es-CO" sz="3000" dirty="0">
                <a:solidFill>
                  <a:schemeClr val="bg1">
                    <a:lumMod val="25000"/>
                  </a:schemeClr>
                </a:solidFill>
                <a:latin typeface="Segoe UI" panose="020B0502040204020203" pitchFamily="34" charset="0"/>
                <a:cs typeface="Segoe UI" panose="020B0502040204020203" pitchFamily="34" charset="0"/>
              </a:rPr>
              <a:t> indica que el valor extremo de la PDF tradicional supera al de mejor ajuste (sobre estimación relativa de la PDF tradicional), mientras que </a:t>
            </a:r>
            <a:r>
              <a:rPr lang="es-CO" sz="3000" i="1" dirty="0">
                <a:solidFill>
                  <a:schemeClr val="bg1">
                    <a:lumMod val="25000"/>
                  </a:schemeClr>
                </a:solidFill>
                <a:latin typeface="Segoe UI Semibold" panose="020B0702040204020203" pitchFamily="34" charset="0"/>
                <a:cs typeface="Segoe UI Semibold" panose="020B0702040204020203" pitchFamily="34" charset="0"/>
              </a:rPr>
              <a:t>pdiff&lt;0 </a:t>
            </a:r>
            <a:r>
              <a:rPr lang="es-CO" sz="3000" dirty="0">
                <a:solidFill>
                  <a:schemeClr val="bg1">
                    <a:lumMod val="25000"/>
                  </a:schemeClr>
                </a:solidFill>
                <a:latin typeface="Segoe UI" panose="020B0502040204020203" pitchFamily="34" charset="0"/>
                <a:cs typeface="Segoe UI" panose="020B0502040204020203" pitchFamily="34" charset="0"/>
              </a:rPr>
              <a:t>señala que el dato estimado con PDF de mejor ajuste es mayor (sub estimación relativa de la PDF tradicional). </a:t>
            </a:r>
            <a:br>
              <a:rPr lang="es-CO" sz="3000" dirty="0">
                <a:solidFill>
                  <a:schemeClr val="bg1">
                    <a:lumMod val="25000"/>
                  </a:schemeClr>
                </a:solidFill>
                <a:latin typeface="Segoe UI" panose="020B0502040204020203" pitchFamily="34" charset="0"/>
                <a:cs typeface="Segoe UI" panose="020B0502040204020203" pitchFamily="34" charset="0"/>
              </a:rPr>
            </a:br>
            <a:br>
              <a:rPr lang="es-CO" sz="3000" dirty="0">
                <a:solidFill>
                  <a:schemeClr val="bg1">
                    <a:lumMod val="25000"/>
                  </a:schemeClr>
                </a:solidFill>
                <a:latin typeface="Segoe UI" panose="020B0502040204020203" pitchFamily="34" charset="0"/>
                <a:cs typeface="Segoe UI" panose="020B0502040204020203" pitchFamily="34" charset="0"/>
              </a:rPr>
            </a:br>
            <a:r>
              <a:rPr lang="es-CO" sz="2400" dirty="0">
                <a:solidFill>
                  <a:schemeClr val="bg1">
                    <a:lumMod val="25000"/>
                  </a:schemeClr>
                </a:solidFill>
                <a:latin typeface="Segoe UI" panose="020B0502040204020203" pitchFamily="34" charset="0"/>
                <a:cs typeface="Segoe UI" panose="020B0502040204020203" pitchFamily="34" charset="0"/>
              </a:rPr>
              <a:t>El análisis incluye solo estaciones con 15 años o más de registros anuales de precipitación, resultando en total 54 estaciones. Para estas estaciones (cada una con su PDF de mejor ajuste identificado), se observa en general que el sesgo relativo depende tanto de la región como de la distribución elegida.</a:t>
            </a:r>
            <a:endParaRPr lang="es-CO" sz="2400" i="1" dirty="0">
              <a:solidFill>
                <a:schemeClr val="bg1">
                  <a:lumMod val="25000"/>
                </a:schemeClr>
              </a:solidFill>
              <a:latin typeface="Segoe UI Semibold" panose="020B0702040204020203" pitchFamily="34" charset="0"/>
              <a:cs typeface="Segoe UI Semibold" panose="020B0702040204020203" pitchFamily="34" charset="0"/>
            </a:endParaRPr>
          </a:p>
        </p:txBody>
      </p:sp>
      <p:pic>
        <p:nvPicPr>
          <p:cNvPr id="11" name="Imagen 4">
            <a:extLst>
              <a:ext uri="{FF2B5EF4-FFF2-40B4-BE49-F238E27FC236}">
                <a16:creationId xmlns:a16="http://schemas.microsoft.com/office/drawing/2014/main" id="{36DCC56C-3015-9369-E0E7-DFB2715513CD}"/>
              </a:ext>
            </a:extLst>
          </p:cNvPr>
          <p:cNvPicPr>
            <a:picLocks noChangeAspect="1"/>
          </p:cNvPicPr>
          <p:nvPr/>
        </p:nvPicPr>
        <p:blipFill>
          <a:blip r:embed="rId4">
            <a:extLst>
              <a:ext uri="{28A0092B-C50C-407E-A947-70E740481C1C}">
                <a14:useLocalDpi xmlns:a14="http://schemas.microsoft.com/office/drawing/2010/main" val="0"/>
              </a:ext>
            </a:extLst>
          </a:blip>
          <a:srcRect b="84948"/>
          <a:stretch>
            <a:fillRect/>
          </a:stretch>
        </p:blipFill>
        <p:spPr>
          <a:xfrm>
            <a:off x="0" y="-16873"/>
            <a:ext cx="12192000" cy="1032252"/>
          </a:xfrm>
          <a:prstGeom prst="rect">
            <a:avLst/>
          </a:prstGeom>
        </p:spPr>
      </p:pic>
    </p:spTree>
    <p:extLst>
      <p:ext uri="{BB962C8B-B14F-4D97-AF65-F5344CB8AC3E}">
        <p14:creationId xmlns:p14="http://schemas.microsoft.com/office/powerpoint/2010/main" val="37262809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D7E3A-6DB5-8210-3591-A29CA58D1D96}"/>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55397FBE-B8C1-8E1F-B33F-13299A83600B}"/>
              </a:ext>
            </a:extLst>
          </p:cNvPr>
          <p:cNvPicPr>
            <a:picLocks noChangeAspect="1"/>
          </p:cNvPicPr>
          <p:nvPr/>
        </p:nvPicPr>
        <p:blipFill>
          <a:blip r:embed="rId3"/>
          <a:srcRect r="3074"/>
          <a:stretch>
            <a:fillRect/>
          </a:stretch>
        </p:blipFill>
        <p:spPr>
          <a:xfrm>
            <a:off x="7236356" y="0"/>
            <a:ext cx="4955644" cy="6858000"/>
          </a:xfrm>
          <a:prstGeom prst="rect">
            <a:avLst/>
          </a:prstGeom>
        </p:spPr>
      </p:pic>
      <p:grpSp>
        <p:nvGrpSpPr>
          <p:cNvPr id="16" name="Group 15">
            <a:extLst>
              <a:ext uri="{FF2B5EF4-FFF2-40B4-BE49-F238E27FC236}">
                <a16:creationId xmlns:a16="http://schemas.microsoft.com/office/drawing/2014/main" id="{53268FFB-85CB-325B-5E7F-D33B53DF079A}"/>
              </a:ext>
            </a:extLst>
          </p:cNvPr>
          <p:cNvGrpSpPr/>
          <p:nvPr/>
        </p:nvGrpSpPr>
        <p:grpSpPr>
          <a:xfrm>
            <a:off x="114300" y="1962254"/>
            <a:ext cx="7057492" cy="4625766"/>
            <a:chOff x="114300" y="1397112"/>
            <a:chExt cx="7057492" cy="4625766"/>
          </a:xfrm>
        </p:grpSpPr>
        <p:pic>
          <p:nvPicPr>
            <p:cNvPr id="10" name="Picture 9" descr="R.HydroTools">
              <a:extLst>
                <a:ext uri="{FF2B5EF4-FFF2-40B4-BE49-F238E27FC236}">
                  <a16:creationId xmlns:a16="http://schemas.microsoft.com/office/drawing/2014/main" id="{93445499-CAD3-B825-61D8-37FF4C4AD8F6}"/>
                </a:ext>
              </a:extLst>
            </p:cNvPr>
            <p:cNvPicPr>
              <a:picLocks noChangeAspect="1"/>
            </p:cNvPicPr>
            <p:nvPr/>
          </p:nvPicPr>
          <p:blipFill>
            <a:blip r:embed="rId4"/>
            <a:srcRect l="5997" t="4130" r="8757" b="2748"/>
            <a:stretch>
              <a:fillRect/>
            </a:stretch>
          </p:blipFill>
          <p:spPr>
            <a:xfrm>
              <a:off x="114300" y="1397112"/>
              <a:ext cx="7057492" cy="4625766"/>
            </a:xfrm>
            <a:prstGeom prst="roundRect">
              <a:avLst>
                <a:gd name="adj" fmla="val 3913"/>
              </a:avLst>
            </a:prstGeom>
          </p:spPr>
        </p:pic>
        <p:cxnSp>
          <p:nvCxnSpPr>
            <p:cNvPr id="12" name="Straight Connector 11">
              <a:extLst>
                <a:ext uri="{FF2B5EF4-FFF2-40B4-BE49-F238E27FC236}">
                  <a16:creationId xmlns:a16="http://schemas.microsoft.com/office/drawing/2014/main" id="{3A4DD431-00B6-E101-1115-32532FE0D981}"/>
                </a:ext>
              </a:extLst>
            </p:cNvPr>
            <p:cNvCxnSpPr/>
            <p:nvPr/>
          </p:nvCxnSpPr>
          <p:spPr>
            <a:xfrm>
              <a:off x="651510" y="2986095"/>
              <a:ext cx="6130290" cy="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3" name="TextBox 12">
              <a:extLst>
                <a:ext uri="{FF2B5EF4-FFF2-40B4-BE49-F238E27FC236}">
                  <a16:creationId xmlns:a16="http://schemas.microsoft.com/office/drawing/2014/main" id="{5EAF38E5-6FAC-5A93-92A4-2B74BF320991}"/>
                </a:ext>
              </a:extLst>
            </p:cNvPr>
            <p:cNvSpPr txBox="1"/>
            <p:nvPr/>
          </p:nvSpPr>
          <p:spPr>
            <a:xfrm>
              <a:off x="6192410" y="2773866"/>
              <a:ext cx="635110" cy="261610"/>
            </a:xfrm>
            <a:prstGeom prst="rect">
              <a:avLst/>
            </a:prstGeom>
            <a:noFill/>
          </p:spPr>
          <p:txBody>
            <a:bodyPr wrap="none" rtlCol="0">
              <a:spAutoFit/>
            </a:bodyPr>
            <a:lstStyle/>
            <a:p>
              <a:pPr algn="r"/>
              <a:r>
                <a:rPr lang="en-US" sz="1050" dirty="0">
                  <a:latin typeface="Segoe UI" panose="020B0502040204020203" pitchFamily="34" charset="0"/>
                  <a:cs typeface="Segoe UI" panose="020B0502040204020203" pitchFamily="34" charset="0"/>
                </a:rPr>
                <a:t>Best Fit</a:t>
              </a:r>
              <a:endParaRPr lang="es-CO" sz="1050" dirty="0">
                <a:latin typeface="Segoe UI" panose="020B0502040204020203" pitchFamily="34" charset="0"/>
                <a:cs typeface="Segoe UI" panose="020B0502040204020203" pitchFamily="34" charset="0"/>
              </a:endParaRPr>
            </a:p>
          </p:txBody>
        </p:sp>
      </p:grpSp>
      <p:sp>
        <p:nvSpPr>
          <p:cNvPr id="15" name="Title 1">
            <a:extLst>
              <a:ext uri="{FF2B5EF4-FFF2-40B4-BE49-F238E27FC236}">
                <a16:creationId xmlns:a16="http://schemas.microsoft.com/office/drawing/2014/main" id="{56CF7D1C-6919-FDC2-A4F7-6BE23A0FE2F1}"/>
              </a:ext>
            </a:extLst>
          </p:cNvPr>
          <p:cNvSpPr>
            <a:spLocks noGrp="1"/>
          </p:cNvSpPr>
          <p:nvPr>
            <p:ph type="title"/>
          </p:nvPr>
        </p:nvSpPr>
        <p:spPr>
          <a:xfrm>
            <a:off x="813842" y="1113206"/>
            <a:ext cx="5805626" cy="685631"/>
          </a:xfrm>
        </p:spPr>
        <p:txBody>
          <a:bodyPr anchor="t" anchorCtr="0">
            <a:noAutofit/>
          </a:bodyPr>
          <a:lstStyle/>
          <a:p>
            <a:pPr algn="ctr"/>
            <a:r>
              <a:rPr lang="es-CO" sz="2400" noProof="0" dirty="0">
                <a:solidFill>
                  <a:schemeClr val="bg1">
                    <a:lumMod val="25000"/>
                  </a:schemeClr>
                </a:solidFill>
                <a:latin typeface="Segoe UI Semibold" panose="020B0702040204020203" pitchFamily="34" charset="0"/>
                <a:cs typeface="Segoe UI Semibold" panose="020B0702040204020203" pitchFamily="34" charset="0"/>
              </a:rPr>
              <a:t>Análisis entre PDF de mejor ajuste y PDF’s más utilizadas en hidrología</a:t>
            </a:r>
            <a:endParaRPr lang="es-CO" sz="1800" i="1" noProof="0" dirty="0">
              <a:solidFill>
                <a:schemeClr val="bg1">
                  <a:lumMod val="25000"/>
                </a:schemeClr>
              </a:solidFill>
              <a:latin typeface="Segoe UI Semibold" panose="020B0702040204020203" pitchFamily="34" charset="0"/>
              <a:cs typeface="Segoe UI Semibold" panose="020B0702040204020203" pitchFamily="34" charset="0"/>
            </a:endParaRPr>
          </a:p>
        </p:txBody>
      </p:sp>
      <p:pic>
        <p:nvPicPr>
          <p:cNvPr id="20" name="Picture 19">
            <a:extLst>
              <a:ext uri="{FF2B5EF4-FFF2-40B4-BE49-F238E27FC236}">
                <a16:creationId xmlns:a16="http://schemas.microsoft.com/office/drawing/2014/main" id="{35843C56-9EDD-2B05-2FB7-A2C541327ED3}"/>
              </a:ext>
            </a:extLst>
          </p:cNvPr>
          <p:cNvPicPr>
            <a:picLocks noChangeAspect="1"/>
          </p:cNvPicPr>
          <p:nvPr/>
        </p:nvPicPr>
        <p:blipFill>
          <a:blip r:embed="rId5">
            <a:lum bright="70000" contrast="-70000"/>
          </a:blip>
          <a:stretch>
            <a:fillRect/>
          </a:stretch>
        </p:blipFill>
        <p:spPr>
          <a:xfrm>
            <a:off x="11164869" y="5046371"/>
            <a:ext cx="644335" cy="644335"/>
          </a:xfrm>
          <a:prstGeom prst="rect">
            <a:avLst/>
          </a:prstGeom>
        </p:spPr>
      </p:pic>
      <p:pic>
        <p:nvPicPr>
          <p:cNvPr id="22" name="Imagen 4">
            <a:extLst>
              <a:ext uri="{FF2B5EF4-FFF2-40B4-BE49-F238E27FC236}">
                <a16:creationId xmlns:a16="http://schemas.microsoft.com/office/drawing/2014/main" id="{467FC78B-DFBF-7EC8-C15F-217FEF4A7FBD}"/>
              </a:ext>
            </a:extLst>
          </p:cNvPr>
          <p:cNvPicPr>
            <a:picLocks noChangeAspect="1"/>
          </p:cNvPicPr>
          <p:nvPr/>
        </p:nvPicPr>
        <p:blipFill>
          <a:blip r:embed="rId6">
            <a:extLst>
              <a:ext uri="{28A0092B-C50C-407E-A947-70E740481C1C}">
                <a14:useLocalDpi xmlns:a14="http://schemas.microsoft.com/office/drawing/2010/main" val="0"/>
              </a:ext>
            </a:extLst>
          </a:blip>
          <a:srcRect b="84948"/>
          <a:stretch>
            <a:fillRect/>
          </a:stretch>
        </p:blipFill>
        <p:spPr>
          <a:xfrm>
            <a:off x="0" y="-16873"/>
            <a:ext cx="12192000" cy="1032252"/>
          </a:xfrm>
          <a:prstGeom prst="rect">
            <a:avLst/>
          </a:prstGeom>
        </p:spPr>
      </p:pic>
    </p:spTree>
    <p:extLst>
      <p:ext uri="{BB962C8B-B14F-4D97-AF65-F5344CB8AC3E}">
        <p14:creationId xmlns:p14="http://schemas.microsoft.com/office/powerpoint/2010/main" val="24259140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EFAB2-FFEB-9734-3D78-A8FB04B9B733}"/>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93337461-ABA5-75A3-C7C3-87ED01BB5D55}"/>
              </a:ext>
            </a:extLst>
          </p:cNvPr>
          <p:cNvSpPr txBox="1">
            <a:spLocks/>
          </p:cNvSpPr>
          <p:nvPr/>
        </p:nvSpPr>
        <p:spPr>
          <a:xfrm>
            <a:off x="187222" y="2028652"/>
            <a:ext cx="5846865" cy="4695825"/>
          </a:xfrm>
          <a:prstGeom prst="rect">
            <a:avLst/>
          </a:prstGeom>
        </p:spPr>
        <p:txBody>
          <a:bodyPr vert="horz" lIns="91440" tIns="45720" rIns="91440" bIns="45720" rtlCol="0" anchor="t" anchorCtr="0">
            <a:noAutofit/>
          </a:bodyPr>
          <a:lstStyle>
            <a:lvl1pPr algn="l" defTabSz="914377" rtl="0" eaLnBrk="1" latinLnBrk="0" hangingPunct="1">
              <a:lnSpc>
                <a:spcPct val="90000"/>
              </a:lnSpc>
              <a:spcBef>
                <a:spcPct val="0"/>
              </a:spcBef>
              <a:buNone/>
              <a:defRPr sz="2600" kern="1200">
                <a:solidFill>
                  <a:schemeClr val="tx1"/>
                </a:solidFill>
                <a:latin typeface="+mj-lt"/>
                <a:ea typeface="+mj-ea"/>
                <a:cs typeface="+mj-cs"/>
              </a:defRPr>
            </a:lvl1pPr>
          </a:lstStyle>
          <a:p>
            <a:r>
              <a:rPr lang="es-CO" sz="2000" dirty="0">
                <a:solidFill>
                  <a:schemeClr val="bg1">
                    <a:lumMod val="25000"/>
                  </a:schemeClr>
                </a:solidFill>
                <a:latin typeface="Segoe UI" panose="020B0502040204020203" pitchFamily="34" charset="0"/>
                <a:cs typeface="Segoe UI" panose="020B0502040204020203" pitchFamily="34" charset="0"/>
              </a:rPr>
              <a:t>● </a:t>
            </a:r>
            <a:r>
              <a:rPr lang="es-CO" sz="2200" dirty="0">
                <a:solidFill>
                  <a:schemeClr val="bg1">
                    <a:lumMod val="25000"/>
                  </a:schemeClr>
                </a:solidFill>
                <a:latin typeface="Segoe UI" panose="020B0502040204020203" pitchFamily="34" charset="0"/>
                <a:cs typeface="Segoe UI" panose="020B0502040204020203" pitchFamily="34" charset="0"/>
              </a:rPr>
              <a:t>La distribución </a:t>
            </a:r>
            <a:r>
              <a:rPr lang="es-CO" sz="2200" dirty="0">
                <a:solidFill>
                  <a:schemeClr val="bg1">
                    <a:lumMod val="25000"/>
                  </a:schemeClr>
                </a:solidFill>
                <a:latin typeface="Segoe UI Semibold" panose="020B0702040204020203" pitchFamily="34" charset="0"/>
                <a:cs typeface="Segoe UI Semibold" panose="020B0702040204020203" pitchFamily="34" charset="0"/>
              </a:rPr>
              <a:t>Log Normal </a:t>
            </a:r>
            <a:r>
              <a:rPr lang="es-CO" sz="2200" dirty="0">
                <a:solidFill>
                  <a:schemeClr val="bg1">
                    <a:lumMod val="25000"/>
                  </a:schemeClr>
                </a:solidFill>
                <a:latin typeface="Segoe UI" panose="020B0502040204020203" pitchFamily="34" charset="0"/>
                <a:cs typeface="Segoe UI" panose="020B0502040204020203" pitchFamily="34" charset="0"/>
              </a:rPr>
              <a:t>mantiene </a:t>
            </a:r>
            <a:r>
              <a:rPr lang="es-CO" sz="2200" i="1" dirty="0">
                <a:solidFill>
                  <a:schemeClr val="bg1">
                    <a:lumMod val="25000"/>
                  </a:schemeClr>
                </a:solidFill>
                <a:latin typeface="Segoe UI" panose="020B0502040204020203" pitchFamily="34" charset="0"/>
                <a:cs typeface="Segoe UI" panose="020B0502040204020203" pitchFamily="34" charset="0"/>
              </a:rPr>
              <a:t>pdiff</a:t>
            </a:r>
            <a:r>
              <a:rPr lang="es-CO" sz="2200" dirty="0">
                <a:solidFill>
                  <a:schemeClr val="bg1">
                    <a:lumMod val="25000"/>
                  </a:schemeClr>
                </a:solidFill>
                <a:latin typeface="Segoe UI" panose="020B0502040204020203" pitchFamily="34" charset="0"/>
                <a:cs typeface="Segoe UI" panose="020B0502040204020203" pitchFamily="34" charset="0"/>
              </a:rPr>
              <a:t> superiores al 25 %, indicando una tendencia persistente a estimar extremos mayores que el PDF de mejor ajuste. </a:t>
            </a:r>
          </a:p>
          <a:p>
            <a:endParaRPr lang="es-CO" sz="2200" dirty="0">
              <a:solidFill>
                <a:schemeClr val="bg1">
                  <a:lumMod val="25000"/>
                </a:schemeClr>
              </a:solidFill>
              <a:latin typeface="Segoe UI" panose="020B0502040204020203" pitchFamily="34" charset="0"/>
              <a:cs typeface="Segoe UI" panose="020B0502040204020203" pitchFamily="34" charset="0"/>
            </a:endParaRPr>
          </a:p>
          <a:p>
            <a:r>
              <a:rPr lang="es-CO" sz="2000" dirty="0">
                <a:solidFill>
                  <a:schemeClr val="bg1">
                    <a:lumMod val="25000"/>
                  </a:schemeClr>
                </a:solidFill>
                <a:latin typeface="Segoe UI" panose="020B0502040204020203" pitchFamily="34" charset="0"/>
                <a:cs typeface="Segoe UI" panose="020B0502040204020203" pitchFamily="34" charset="0"/>
              </a:rPr>
              <a:t>● </a:t>
            </a:r>
            <a:r>
              <a:rPr lang="es-CO" sz="2200" dirty="0">
                <a:solidFill>
                  <a:schemeClr val="bg1">
                    <a:lumMod val="25000"/>
                  </a:schemeClr>
                </a:solidFill>
                <a:latin typeface="Segoe UI" panose="020B0502040204020203" pitchFamily="34" charset="0"/>
                <a:cs typeface="Segoe UI" panose="020B0502040204020203" pitchFamily="34" charset="0"/>
              </a:rPr>
              <a:t>La distribución </a:t>
            </a:r>
            <a:r>
              <a:rPr lang="es-CO" sz="2200" dirty="0">
                <a:solidFill>
                  <a:schemeClr val="bg1">
                    <a:lumMod val="25000"/>
                  </a:schemeClr>
                </a:solidFill>
                <a:latin typeface="Segoe UI Semibold" panose="020B0702040204020203" pitchFamily="34" charset="0"/>
                <a:cs typeface="Segoe UI Semibold" panose="020B0702040204020203" pitchFamily="34" charset="0"/>
              </a:rPr>
              <a:t>Normal</a:t>
            </a:r>
            <a:r>
              <a:rPr lang="es-CO" sz="2200" dirty="0">
                <a:solidFill>
                  <a:schemeClr val="bg1">
                    <a:lumMod val="25000"/>
                  </a:schemeClr>
                </a:solidFill>
                <a:latin typeface="Segoe UI" panose="020B0502040204020203" pitchFamily="34" charset="0"/>
                <a:cs typeface="Segoe UI" panose="020B0502040204020203" pitchFamily="34" charset="0"/>
              </a:rPr>
              <a:t> invierte el signo, siendo positiva en Tr cortos pero negativa en Tr altos (−18 % a −38 %), lo que sugiere subestimación creciente frente al PDF de mejor ajuste a medida que aumenta Tr.</a:t>
            </a:r>
          </a:p>
          <a:p>
            <a:endParaRPr lang="es-CO" sz="2200" dirty="0">
              <a:solidFill>
                <a:schemeClr val="bg1">
                  <a:lumMod val="25000"/>
                </a:schemeClr>
              </a:solidFill>
              <a:latin typeface="Segoe UI" panose="020B0502040204020203" pitchFamily="34" charset="0"/>
              <a:cs typeface="Segoe UI" panose="020B0502040204020203" pitchFamily="34" charset="0"/>
            </a:endParaRPr>
          </a:p>
          <a:p>
            <a:r>
              <a:rPr lang="es-CO" sz="2000" dirty="0">
                <a:solidFill>
                  <a:schemeClr val="bg1">
                    <a:lumMod val="25000"/>
                  </a:schemeClr>
                </a:solidFill>
                <a:latin typeface="Segoe UI" panose="020B0502040204020203" pitchFamily="34" charset="0"/>
                <a:cs typeface="Segoe UI" panose="020B0502040204020203" pitchFamily="34" charset="0"/>
              </a:rPr>
              <a:t>● </a:t>
            </a:r>
            <a:r>
              <a:rPr lang="es-CO" sz="2200" dirty="0">
                <a:solidFill>
                  <a:schemeClr val="bg1">
                    <a:lumMod val="25000"/>
                  </a:schemeClr>
                </a:solidFill>
                <a:latin typeface="Segoe UI" panose="020B0502040204020203" pitchFamily="34" charset="0"/>
                <a:cs typeface="Segoe UI" panose="020B0502040204020203" pitchFamily="34" charset="0"/>
              </a:rPr>
              <a:t>Las distribuciones </a:t>
            </a:r>
            <a:r>
              <a:rPr lang="es-CO" sz="2200" dirty="0">
                <a:solidFill>
                  <a:schemeClr val="bg1">
                    <a:lumMod val="25000"/>
                  </a:schemeClr>
                </a:solidFill>
                <a:latin typeface="Segoe UI Semibold" panose="020B0702040204020203" pitchFamily="34" charset="0"/>
                <a:cs typeface="Segoe UI Semibold" panose="020B0702040204020203" pitchFamily="34" charset="0"/>
              </a:rPr>
              <a:t>Gumbel </a:t>
            </a:r>
            <a:r>
              <a:rPr lang="es-CO" sz="2200" dirty="0">
                <a:solidFill>
                  <a:schemeClr val="bg1">
                    <a:lumMod val="25000"/>
                  </a:schemeClr>
                </a:solidFill>
                <a:latin typeface="Segoe UI" panose="020B0502040204020203" pitchFamily="34" charset="0"/>
                <a:cs typeface="Segoe UI" panose="020B0502040204020203" pitchFamily="34" charset="0"/>
              </a:rPr>
              <a:t>tienden a volverse negativas con Tr, señalando que, en promedio, quedan por debajo del PDF de mejor ajuste en horizontes largos.</a:t>
            </a:r>
            <a:endParaRPr lang="es-CO" sz="2200" i="1" dirty="0">
              <a:solidFill>
                <a:schemeClr val="bg1">
                  <a:lumMod val="25000"/>
                </a:schemeClr>
              </a:solidFill>
              <a:latin typeface="Segoe UI Semibold" panose="020B0702040204020203" pitchFamily="34" charset="0"/>
              <a:cs typeface="Segoe UI Semibold" panose="020B0702040204020203" pitchFamily="34" charset="0"/>
            </a:endParaRPr>
          </a:p>
        </p:txBody>
      </p:sp>
      <p:sp>
        <p:nvSpPr>
          <p:cNvPr id="11" name="Title 1">
            <a:extLst>
              <a:ext uri="{FF2B5EF4-FFF2-40B4-BE49-F238E27FC236}">
                <a16:creationId xmlns:a16="http://schemas.microsoft.com/office/drawing/2014/main" id="{14291E60-CD4D-9A88-3F69-DAAC03B1DA36}"/>
              </a:ext>
            </a:extLst>
          </p:cNvPr>
          <p:cNvSpPr txBox="1">
            <a:spLocks/>
          </p:cNvSpPr>
          <p:nvPr/>
        </p:nvSpPr>
        <p:spPr>
          <a:xfrm>
            <a:off x="6124574" y="2028651"/>
            <a:ext cx="5846865" cy="4695825"/>
          </a:xfrm>
          <a:prstGeom prst="rect">
            <a:avLst/>
          </a:prstGeom>
        </p:spPr>
        <p:txBody>
          <a:bodyPr vert="horz" lIns="91440" tIns="45720" rIns="91440" bIns="45720" rtlCol="0" anchor="t" anchorCtr="0">
            <a:noAutofit/>
          </a:bodyPr>
          <a:lstStyle>
            <a:lvl1pPr algn="l" defTabSz="914377" rtl="0" eaLnBrk="1" latinLnBrk="0" hangingPunct="1">
              <a:lnSpc>
                <a:spcPct val="90000"/>
              </a:lnSpc>
              <a:spcBef>
                <a:spcPct val="0"/>
              </a:spcBef>
              <a:buNone/>
              <a:defRPr sz="2600" kern="1200">
                <a:solidFill>
                  <a:schemeClr val="tx1"/>
                </a:solidFill>
                <a:latin typeface="+mj-lt"/>
                <a:ea typeface="+mj-ea"/>
                <a:cs typeface="+mj-cs"/>
              </a:defRPr>
            </a:lvl1pPr>
          </a:lstStyle>
          <a:p>
            <a:r>
              <a:rPr lang="es-CO" sz="2000" dirty="0">
                <a:solidFill>
                  <a:schemeClr val="bg1">
                    <a:lumMod val="25000"/>
                  </a:schemeClr>
                </a:solidFill>
                <a:latin typeface="Segoe UI" panose="020B0502040204020203" pitchFamily="34" charset="0"/>
                <a:cs typeface="Segoe UI" panose="020B0502040204020203" pitchFamily="34" charset="0"/>
              </a:rPr>
              <a:t>● </a:t>
            </a:r>
            <a:r>
              <a:rPr lang="es-CO" sz="2200" dirty="0">
                <a:solidFill>
                  <a:schemeClr val="bg1">
                    <a:lumMod val="25000"/>
                  </a:schemeClr>
                </a:solidFill>
                <a:latin typeface="Segoe UI" panose="020B0502040204020203" pitchFamily="34" charset="0"/>
                <a:cs typeface="Segoe UI" panose="020B0502040204020203" pitchFamily="34" charset="0"/>
              </a:rPr>
              <a:t>La distribución </a:t>
            </a:r>
            <a:r>
              <a:rPr lang="es-CO" sz="2200" dirty="0">
                <a:solidFill>
                  <a:schemeClr val="bg1">
                    <a:lumMod val="25000"/>
                  </a:schemeClr>
                </a:solidFill>
                <a:latin typeface="Segoe UI Semibold" panose="020B0702040204020203" pitchFamily="34" charset="0"/>
                <a:cs typeface="Segoe UI Semibold" panose="020B0702040204020203" pitchFamily="34" charset="0"/>
              </a:rPr>
              <a:t>Gamma</a:t>
            </a:r>
            <a:r>
              <a:rPr lang="es-CO" sz="2200" dirty="0">
                <a:solidFill>
                  <a:schemeClr val="bg1">
                    <a:lumMod val="25000"/>
                  </a:schemeClr>
                </a:solidFill>
                <a:latin typeface="Segoe UI" panose="020B0502040204020203" pitchFamily="34" charset="0"/>
                <a:cs typeface="Segoe UI" panose="020B0502040204020203" pitchFamily="34" charset="0"/>
              </a:rPr>
              <a:t> muestra una deriva negativa pronunciada de entre −30 % a −66%, consistente con colas más ligeras que las reflejadas por los PDF de mejor ajuste.</a:t>
            </a:r>
          </a:p>
          <a:p>
            <a:endParaRPr lang="es-CO" sz="2200" dirty="0">
              <a:solidFill>
                <a:schemeClr val="bg1">
                  <a:lumMod val="25000"/>
                </a:schemeClr>
              </a:solidFill>
              <a:latin typeface="Segoe UI" panose="020B0502040204020203" pitchFamily="34" charset="0"/>
              <a:cs typeface="Segoe UI" panose="020B0502040204020203" pitchFamily="34" charset="0"/>
            </a:endParaRPr>
          </a:p>
          <a:p>
            <a:r>
              <a:rPr lang="es-CO" sz="2000" dirty="0">
                <a:solidFill>
                  <a:schemeClr val="bg1">
                    <a:lumMod val="25000"/>
                  </a:schemeClr>
                </a:solidFill>
                <a:latin typeface="Segoe UI" panose="020B0502040204020203" pitchFamily="34" charset="0"/>
                <a:cs typeface="Segoe UI" panose="020B0502040204020203" pitchFamily="34" charset="0"/>
              </a:rPr>
              <a:t>● </a:t>
            </a:r>
            <a:r>
              <a:rPr lang="es-CO" sz="2200" dirty="0">
                <a:solidFill>
                  <a:schemeClr val="bg1">
                    <a:lumMod val="25000"/>
                  </a:schemeClr>
                </a:solidFill>
                <a:latin typeface="Segoe UI Semibold" panose="020B0702040204020203" pitchFamily="34" charset="0"/>
                <a:cs typeface="Segoe UI Semibold" panose="020B0702040204020203" pitchFamily="34" charset="0"/>
              </a:rPr>
              <a:t>Pearson III </a:t>
            </a:r>
            <a:r>
              <a:rPr lang="es-CO" sz="2200" dirty="0">
                <a:solidFill>
                  <a:schemeClr val="bg1">
                    <a:lumMod val="25000"/>
                  </a:schemeClr>
                </a:solidFill>
                <a:latin typeface="Segoe UI" panose="020B0502040204020203" pitchFamily="34" charset="0"/>
                <a:cs typeface="Segoe UI" panose="020B0502040204020203" pitchFamily="34" charset="0"/>
              </a:rPr>
              <a:t>y su versión logarítmica pasan de ligeramente positivas a negativas, lo que advierte sobre la sensibilidad de estas familias al horizonte de extrapolación.</a:t>
            </a:r>
          </a:p>
          <a:p>
            <a:endParaRPr lang="es-CO" sz="2200" dirty="0">
              <a:solidFill>
                <a:schemeClr val="bg1">
                  <a:lumMod val="25000"/>
                </a:schemeClr>
              </a:solidFill>
              <a:latin typeface="Segoe UI" panose="020B0502040204020203" pitchFamily="34" charset="0"/>
              <a:cs typeface="Segoe UI" panose="020B0502040204020203" pitchFamily="34" charset="0"/>
            </a:endParaRPr>
          </a:p>
          <a:p>
            <a:r>
              <a:rPr lang="es-CO" sz="2000" dirty="0">
                <a:solidFill>
                  <a:schemeClr val="bg1">
                    <a:lumMod val="25000"/>
                  </a:schemeClr>
                </a:solidFill>
                <a:latin typeface="Segoe UI" panose="020B0502040204020203" pitchFamily="34" charset="0"/>
                <a:cs typeface="Segoe UI" panose="020B0502040204020203" pitchFamily="34" charset="0"/>
              </a:rPr>
              <a:t>● </a:t>
            </a:r>
            <a:r>
              <a:rPr lang="es-CO" sz="2200" dirty="0">
                <a:solidFill>
                  <a:schemeClr val="bg1">
                    <a:lumMod val="25000"/>
                  </a:schemeClr>
                </a:solidFill>
                <a:latin typeface="Segoe UI" panose="020B0502040204020203" pitchFamily="34" charset="0"/>
                <a:cs typeface="Segoe UI" panose="020B0502040204020203" pitchFamily="34" charset="0"/>
              </a:rPr>
              <a:t>La distribución </a:t>
            </a:r>
            <a:r>
              <a:rPr lang="es-CO" sz="2200" dirty="0">
                <a:solidFill>
                  <a:schemeClr val="bg1">
                    <a:lumMod val="25000"/>
                  </a:schemeClr>
                </a:solidFill>
                <a:latin typeface="Segoe UI Semibold" panose="020B0702040204020203" pitchFamily="34" charset="0"/>
                <a:cs typeface="Segoe UI Semibold" panose="020B0702040204020203" pitchFamily="34" charset="0"/>
              </a:rPr>
              <a:t>Weibull</a:t>
            </a:r>
            <a:r>
              <a:rPr lang="es-CO" sz="2200" dirty="0">
                <a:solidFill>
                  <a:schemeClr val="bg1">
                    <a:lumMod val="25000"/>
                  </a:schemeClr>
                </a:solidFill>
                <a:latin typeface="Segoe UI" panose="020B0502040204020203" pitchFamily="34" charset="0"/>
                <a:cs typeface="Segoe UI" panose="020B0502040204020203" pitchFamily="34" charset="0"/>
              </a:rPr>
              <a:t> y </a:t>
            </a:r>
            <a:r>
              <a:rPr lang="es-CO" sz="2200" dirty="0">
                <a:solidFill>
                  <a:schemeClr val="bg1">
                    <a:lumMod val="25000"/>
                  </a:schemeClr>
                </a:solidFill>
                <a:latin typeface="Segoe UI Semibold" panose="020B0702040204020203" pitchFamily="34" charset="0"/>
                <a:cs typeface="Segoe UI Semibold" panose="020B0702040204020203" pitchFamily="34" charset="0"/>
              </a:rPr>
              <a:t>Kappa 4</a:t>
            </a:r>
            <a:r>
              <a:rPr lang="es-CO" sz="2200" dirty="0">
                <a:solidFill>
                  <a:schemeClr val="bg1">
                    <a:lumMod val="25000"/>
                  </a:schemeClr>
                </a:solidFill>
                <a:latin typeface="Segoe UI" panose="020B0502040204020203" pitchFamily="34" charset="0"/>
                <a:cs typeface="Segoe UI" panose="020B0502040204020203" pitchFamily="34" charset="0"/>
              </a:rPr>
              <a:t> tienden de valores próximos a cero o positivos a negativos de entre −7.5 % a −35 %, lo que apunta a cambios de sesgo con la extrapolación.</a:t>
            </a:r>
          </a:p>
          <a:p>
            <a:r>
              <a:rPr lang="es-CO" sz="2200" dirty="0">
                <a:solidFill>
                  <a:schemeClr val="bg1">
                    <a:lumMod val="25000"/>
                  </a:schemeClr>
                </a:solidFill>
                <a:latin typeface="Segoe UI" panose="020B0502040204020203" pitchFamily="34" charset="0"/>
                <a:cs typeface="Segoe UI" panose="020B0502040204020203" pitchFamily="34" charset="0"/>
              </a:rPr>
              <a:t>  </a:t>
            </a:r>
            <a:endParaRPr lang="es-CO" sz="2200" i="1" dirty="0">
              <a:solidFill>
                <a:schemeClr val="bg1">
                  <a:lumMod val="25000"/>
                </a:schemeClr>
              </a:solidFill>
              <a:latin typeface="Segoe UI Semibold" panose="020B0702040204020203" pitchFamily="34" charset="0"/>
              <a:cs typeface="Segoe UI Semibold" panose="020B0702040204020203" pitchFamily="34" charset="0"/>
            </a:endParaRPr>
          </a:p>
        </p:txBody>
      </p:sp>
      <p:sp>
        <p:nvSpPr>
          <p:cNvPr id="13" name="Title 1">
            <a:extLst>
              <a:ext uri="{FF2B5EF4-FFF2-40B4-BE49-F238E27FC236}">
                <a16:creationId xmlns:a16="http://schemas.microsoft.com/office/drawing/2014/main" id="{694924F6-369B-7EE1-5DF6-4B5B9C1F61D4}"/>
              </a:ext>
            </a:extLst>
          </p:cNvPr>
          <p:cNvSpPr txBox="1">
            <a:spLocks/>
          </p:cNvSpPr>
          <p:nvPr/>
        </p:nvSpPr>
        <p:spPr>
          <a:xfrm>
            <a:off x="251352" y="990682"/>
            <a:ext cx="11679184" cy="851518"/>
          </a:xfrm>
          <a:prstGeom prst="rect">
            <a:avLst/>
          </a:prstGeom>
        </p:spPr>
        <p:txBody>
          <a:bodyPr vert="horz" lIns="91440" tIns="45720" rIns="91440" bIns="45720" rtlCol="0" anchor="t" anchorCtr="0">
            <a:noAutofit/>
          </a:bodyPr>
          <a:lstStyle>
            <a:lvl1pPr algn="l" defTabSz="914377" rtl="0" eaLnBrk="1" latinLnBrk="0" hangingPunct="1">
              <a:lnSpc>
                <a:spcPct val="90000"/>
              </a:lnSpc>
              <a:spcBef>
                <a:spcPct val="0"/>
              </a:spcBef>
              <a:buNone/>
              <a:defRPr sz="2600" kern="1200">
                <a:solidFill>
                  <a:schemeClr val="tx1"/>
                </a:solidFill>
                <a:latin typeface="+mj-lt"/>
                <a:ea typeface="+mj-ea"/>
                <a:cs typeface="+mj-cs"/>
              </a:defRPr>
            </a:lvl1pPr>
          </a:lstStyle>
          <a:p>
            <a:pPr algn="ctr"/>
            <a:r>
              <a:rPr lang="es-CO" dirty="0">
                <a:solidFill>
                  <a:schemeClr val="bg1">
                    <a:lumMod val="25000"/>
                  </a:schemeClr>
                </a:solidFill>
                <a:latin typeface="Segoe UI Semibold" panose="020B0702040204020203" pitchFamily="34" charset="0"/>
                <a:cs typeface="Segoe UI Semibold" panose="020B0702040204020203" pitchFamily="34" charset="0"/>
              </a:rPr>
              <a:t>El promedio de </a:t>
            </a:r>
            <a:r>
              <a:rPr lang="es-CO" i="1" dirty="0">
                <a:solidFill>
                  <a:schemeClr val="bg1">
                    <a:lumMod val="25000"/>
                  </a:schemeClr>
                </a:solidFill>
                <a:latin typeface="Segoe UI Semibold" panose="020B0702040204020203" pitchFamily="34" charset="0"/>
                <a:cs typeface="Segoe UI Semibold" panose="020B0702040204020203" pitchFamily="34" charset="0"/>
              </a:rPr>
              <a:t>pdiff</a:t>
            </a:r>
            <a:r>
              <a:rPr lang="es-CO" dirty="0">
                <a:solidFill>
                  <a:schemeClr val="bg1">
                    <a:lumMod val="25000"/>
                  </a:schemeClr>
                </a:solidFill>
                <a:latin typeface="Segoe UI Semibold" panose="020B0702040204020203" pitchFamily="34" charset="0"/>
                <a:cs typeface="Segoe UI Semibold" panose="020B0702040204020203" pitchFamily="34" charset="0"/>
              </a:rPr>
              <a:t> para periodos de retorno, Tr, de entre 2 y 100 años, muestra patrones de comportamiento al incrementar el periodo de retorno</a:t>
            </a:r>
            <a:endParaRPr lang="es-CO" i="1" dirty="0">
              <a:solidFill>
                <a:schemeClr val="bg1">
                  <a:lumMod val="25000"/>
                </a:schemeClr>
              </a:solidFill>
              <a:latin typeface="Segoe UI Semibold" panose="020B0702040204020203" pitchFamily="34" charset="0"/>
              <a:cs typeface="Segoe UI Semibold" panose="020B0702040204020203" pitchFamily="34" charset="0"/>
            </a:endParaRPr>
          </a:p>
        </p:txBody>
      </p:sp>
      <p:pic>
        <p:nvPicPr>
          <p:cNvPr id="17" name="Imagen 4">
            <a:extLst>
              <a:ext uri="{FF2B5EF4-FFF2-40B4-BE49-F238E27FC236}">
                <a16:creationId xmlns:a16="http://schemas.microsoft.com/office/drawing/2014/main" id="{6FA0BB93-08D8-F40C-0861-223DCF8A49B7}"/>
              </a:ext>
            </a:extLst>
          </p:cNvPr>
          <p:cNvPicPr>
            <a:picLocks noChangeAspect="1"/>
          </p:cNvPicPr>
          <p:nvPr/>
        </p:nvPicPr>
        <p:blipFill>
          <a:blip r:embed="rId3">
            <a:extLst>
              <a:ext uri="{28A0092B-C50C-407E-A947-70E740481C1C}">
                <a14:useLocalDpi xmlns:a14="http://schemas.microsoft.com/office/drawing/2010/main" val="0"/>
              </a:ext>
            </a:extLst>
          </a:blip>
          <a:srcRect b="84948"/>
          <a:stretch>
            <a:fillRect/>
          </a:stretch>
        </p:blipFill>
        <p:spPr>
          <a:xfrm>
            <a:off x="0" y="-16873"/>
            <a:ext cx="12192000" cy="1032252"/>
          </a:xfrm>
          <a:prstGeom prst="rect">
            <a:avLst/>
          </a:prstGeom>
        </p:spPr>
      </p:pic>
    </p:spTree>
    <p:extLst>
      <p:ext uri="{BB962C8B-B14F-4D97-AF65-F5344CB8AC3E}">
        <p14:creationId xmlns:p14="http://schemas.microsoft.com/office/powerpoint/2010/main" val="31722038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EE74E-7173-8DD1-08E1-BB35DC43D55D}"/>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DBB5068D-0C34-01F3-0698-4A186C7B8DA4}"/>
              </a:ext>
            </a:extLst>
          </p:cNvPr>
          <p:cNvSpPr txBox="1">
            <a:spLocks/>
          </p:cNvSpPr>
          <p:nvPr/>
        </p:nvSpPr>
        <p:spPr>
          <a:xfrm rot="16200000">
            <a:off x="-2971801" y="2971799"/>
            <a:ext cx="6858003" cy="914401"/>
          </a:xfrm>
          <a:prstGeom prst="rect">
            <a:avLst/>
          </a:prstGeom>
          <a:solidFill>
            <a:schemeClr val="bg2">
              <a:lumMod val="90000"/>
            </a:schemeClr>
          </a:solidFill>
        </p:spPr>
        <p:txBody>
          <a:bodyPr vert="horz" lIns="91440" tIns="45720" rIns="91440" bIns="45720" rtlCol="0" anchor="t" anchorCtr="0">
            <a:noAutofit/>
          </a:bodyPr>
          <a:lstStyle>
            <a:lvl1pPr algn="l" defTabSz="914377" rtl="0" eaLnBrk="1" latinLnBrk="0" hangingPunct="1">
              <a:lnSpc>
                <a:spcPct val="90000"/>
              </a:lnSpc>
              <a:spcBef>
                <a:spcPct val="0"/>
              </a:spcBef>
              <a:buNone/>
              <a:defRPr sz="2600" kern="1200">
                <a:solidFill>
                  <a:schemeClr val="tx1"/>
                </a:solidFill>
                <a:latin typeface="+mj-lt"/>
                <a:ea typeface="+mj-ea"/>
                <a:cs typeface="+mj-cs"/>
              </a:defRPr>
            </a:lvl1pPr>
          </a:lstStyle>
          <a:p>
            <a:r>
              <a:rPr lang="es-CO" sz="6000" dirty="0">
                <a:solidFill>
                  <a:schemeClr val="bg1">
                    <a:lumMod val="25000"/>
                  </a:schemeClr>
                </a:solidFill>
                <a:latin typeface="Segoe UI Semibold" panose="020B0702040204020203" pitchFamily="34" charset="0"/>
                <a:cs typeface="Segoe UI Semibold" panose="020B0702040204020203" pitchFamily="34" charset="0"/>
              </a:rPr>
              <a:t>Conclusiones</a:t>
            </a:r>
            <a:endParaRPr lang="es-CO" sz="6000" i="1" dirty="0">
              <a:solidFill>
                <a:schemeClr val="bg1">
                  <a:lumMod val="25000"/>
                </a:schemeClr>
              </a:solidFill>
              <a:latin typeface="Segoe UI Semibold" panose="020B0702040204020203" pitchFamily="34" charset="0"/>
              <a:cs typeface="Segoe UI Semibold" panose="020B0702040204020203" pitchFamily="34" charset="0"/>
            </a:endParaRPr>
          </a:p>
        </p:txBody>
      </p:sp>
      <p:sp>
        <p:nvSpPr>
          <p:cNvPr id="8" name="Title 1">
            <a:extLst>
              <a:ext uri="{FF2B5EF4-FFF2-40B4-BE49-F238E27FC236}">
                <a16:creationId xmlns:a16="http://schemas.microsoft.com/office/drawing/2014/main" id="{E5486E96-A32A-D1C2-0E9C-E6A756B8EF6A}"/>
              </a:ext>
            </a:extLst>
          </p:cNvPr>
          <p:cNvSpPr txBox="1">
            <a:spLocks/>
          </p:cNvSpPr>
          <p:nvPr/>
        </p:nvSpPr>
        <p:spPr>
          <a:xfrm>
            <a:off x="970738" y="1087745"/>
            <a:ext cx="5125262" cy="5543015"/>
          </a:xfrm>
          <a:prstGeom prst="rect">
            <a:avLst/>
          </a:prstGeom>
        </p:spPr>
        <p:txBody>
          <a:bodyPr vert="horz" lIns="91440" tIns="45720" rIns="91440" bIns="45720" rtlCol="0" anchor="t" anchorCtr="0">
            <a:noAutofit/>
          </a:bodyPr>
          <a:lstStyle>
            <a:lvl1pPr algn="l" defTabSz="914377" rtl="0" eaLnBrk="1" latinLnBrk="0" hangingPunct="1">
              <a:lnSpc>
                <a:spcPct val="90000"/>
              </a:lnSpc>
              <a:spcBef>
                <a:spcPct val="0"/>
              </a:spcBef>
              <a:buNone/>
              <a:defRPr sz="2600" kern="1200">
                <a:solidFill>
                  <a:schemeClr val="tx1"/>
                </a:solidFill>
                <a:latin typeface="+mj-lt"/>
                <a:ea typeface="+mj-ea"/>
                <a:cs typeface="+mj-cs"/>
              </a:defRPr>
            </a:lvl1pPr>
          </a:lstStyle>
          <a:p>
            <a:r>
              <a:rPr lang="es-CO" sz="2200" dirty="0">
                <a:solidFill>
                  <a:schemeClr val="bg1">
                    <a:lumMod val="25000"/>
                  </a:schemeClr>
                </a:solidFill>
                <a:latin typeface="Segoe UI" panose="020B0502040204020203" pitchFamily="34" charset="0"/>
                <a:cs typeface="Segoe UI" panose="020B0502040204020203" pitchFamily="34" charset="0"/>
              </a:rPr>
              <a:t>● El análisis de </a:t>
            </a:r>
            <a:r>
              <a:rPr lang="es-CO" sz="2200" dirty="0">
                <a:solidFill>
                  <a:schemeClr val="bg1">
                    <a:lumMod val="25000"/>
                  </a:schemeClr>
                </a:solidFill>
                <a:latin typeface="Segoe UI Semibold" panose="020B0702040204020203" pitchFamily="34" charset="0"/>
                <a:cs typeface="Segoe UI Semibold" panose="020B0702040204020203" pitchFamily="34" charset="0"/>
              </a:rPr>
              <a:t>PMax24h</a:t>
            </a:r>
            <a:r>
              <a:rPr lang="es-CO" sz="2200" dirty="0">
                <a:solidFill>
                  <a:schemeClr val="bg1">
                    <a:lumMod val="25000"/>
                  </a:schemeClr>
                </a:solidFill>
                <a:latin typeface="Segoe UI" panose="020B0502040204020203" pitchFamily="34" charset="0"/>
                <a:cs typeface="Segoe UI" panose="020B0502040204020203" pitchFamily="34" charset="0"/>
              </a:rPr>
              <a:t> a escala de red nacional muestra que es posible identificar distribuciones con ajuste superior por estación cuando se aplica un procedimiento uniforme de depuración y evaluación de series, lo que mejora la consistencia de las estimaciones frente a enfoques basados en supuestos generales.</a:t>
            </a:r>
          </a:p>
          <a:p>
            <a:endParaRPr lang="es-CO" sz="2200" dirty="0">
              <a:solidFill>
                <a:schemeClr val="bg1">
                  <a:lumMod val="25000"/>
                </a:schemeClr>
              </a:solidFill>
              <a:latin typeface="Segoe UI" panose="020B0502040204020203" pitchFamily="34" charset="0"/>
              <a:cs typeface="Segoe UI" panose="020B0502040204020203" pitchFamily="34" charset="0"/>
            </a:endParaRPr>
          </a:p>
          <a:p>
            <a:endParaRPr lang="es-CO" sz="2200" dirty="0">
              <a:solidFill>
                <a:schemeClr val="bg1">
                  <a:lumMod val="25000"/>
                </a:schemeClr>
              </a:solidFill>
              <a:latin typeface="Segoe UI" panose="020B0502040204020203" pitchFamily="34" charset="0"/>
              <a:cs typeface="Segoe UI" panose="020B0502040204020203" pitchFamily="34" charset="0"/>
            </a:endParaRPr>
          </a:p>
          <a:p>
            <a:r>
              <a:rPr lang="es-CO" sz="2200" dirty="0">
                <a:solidFill>
                  <a:schemeClr val="bg1">
                    <a:lumMod val="25000"/>
                  </a:schemeClr>
                </a:solidFill>
                <a:latin typeface="Segoe UI" panose="020B0502040204020203" pitchFamily="34" charset="0"/>
                <a:cs typeface="Segoe UI" panose="020B0502040204020203" pitchFamily="34" charset="0"/>
              </a:rPr>
              <a:t>● La comparación entre </a:t>
            </a:r>
            <a:r>
              <a:rPr lang="es-CO" sz="2200" dirty="0">
                <a:solidFill>
                  <a:schemeClr val="bg1">
                    <a:lumMod val="25000"/>
                  </a:schemeClr>
                </a:solidFill>
                <a:latin typeface="Segoe UI Semibold" panose="020B0702040204020203" pitchFamily="34" charset="0"/>
                <a:cs typeface="Segoe UI Semibold" panose="020B0702040204020203" pitchFamily="34" charset="0"/>
              </a:rPr>
              <a:t>EDF</a:t>
            </a:r>
            <a:r>
              <a:rPr lang="es-CO" sz="2200" dirty="0">
                <a:solidFill>
                  <a:schemeClr val="bg1">
                    <a:lumMod val="25000"/>
                  </a:schemeClr>
                </a:solidFill>
                <a:latin typeface="Segoe UI" panose="020B0502040204020203" pitchFamily="34" charset="0"/>
                <a:cs typeface="Segoe UI" panose="020B0502040204020203" pitchFamily="34" charset="0"/>
              </a:rPr>
              <a:t> y </a:t>
            </a:r>
            <a:r>
              <a:rPr lang="es-CO" sz="2200" dirty="0">
                <a:solidFill>
                  <a:schemeClr val="bg1">
                    <a:lumMod val="25000"/>
                  </a:schemeClr>
                </a:solidFill>
                <a:latin typeface="Segoe UI Semibold" panose="020B0702040204020203" pitchFamily="34" charset="0"/>
                <a:cs typeface="Segoe UI Semibold" panose="020B0702040204020203" pitchFamily="34" charset="0"/>
              </a:rPr>
              <a:t>PDF</a:t>
            </a:r>
            <a:r>
              <a:rPr lang="es-CO" sz="2200" dirty="0">
                <a:solidFill>
                  <a:schemeClr val="bg1">
                    <a:lumMod val="25000"/>
                  </a:schemeClr>
                </a:solidFill>
                <a:latin typeface="Segoe UI" panose="020B0502040204020203" pitchFamily="34" charset="0"/>
                <a:cs typeface="Segoe UI" panose="020B0502040204020203" pitchFamily="34" charset="0"/>
              </a:rPr>
              <a:t> evidencia que la elección del modelo óptimo no es única a escala nacional y varía según el área hidrográfica, lo que confirma la heterogeneidad espacial del comportamiento estadístico de la PMax24h en Colombia. </a:t>
            </a:r>
            <a:endParaRPr lang="es-CO" sz="2200" i="1" dirty="0">
              <a:solidFill>
                <a:schemeClr val="bg1">
                  <a:lumMod val="25000"/>
                </a:schemeClr>
              </a:solidFill>
              <a:latin typeface="Segoe UI Semibold" panose="020B0702040204020203" pitchFamily="34" charset="0"/>
              <a:cs typeface="Segoe UI Semibold" panose="020B0702040204020203" pitchFamily="34" charset="0"/>
            </a:endParaRPr>
          </a:p>
        </p:txBody>
      </p:sp>
      <p:sp>
        <p:nvSpPr>
          <p:cNvPr id="11" name="Title 1">
            <a:extLst>
              <a:ext uri="{FF2B5EF4-FFF2-40B4-BE49-F238E27FC236}">
                <a16:creationId xmlns:a16="http://schemas.microsoft.com/office/drawing/2014/main" id="{35DE0E72-7587-5B88-5EA1-83B0B35D5E7E}"/>
              </a:ext>
            </a:extLst>
          </p:cNvPr>
          <p:cNvSpPr txBox="1">
            <a:spLocks/>
          </p:cNvSpPr>
          <p:nvPr/>
        </p:nvSpPr>
        <p:spPr>
          <a:xfrm>
            <a:off x="6400800" y="1095413"/>
            <a:ext cx="5742085" cy="5593927"/>
          </a:xfrm>
          <a:prstGeom prst="rect">
            <a:avLst/>
          </a:prstGeom>
        </p:spPr>
        <p:txBody>
          <a:bodyPr vert="horz" lIns="91440" tIns="45720" rIns="91440" bIns="45720" rtlCol="0" anchor="t" anchorCtr="0">
            <a:noAutofit/>
          </a:bodyPr>
          <a:lstStyle>
            <a:lvl1pPr algn="l" defTabSz="914377" rtl="0" eaLnBrk="1" latinLnBrk="0" hangingPunct="1">
              <a:lnSpc>
                <a:spcPct val="90000"/>
              </a:lnSpc>
              <a:spcBef>
                <a:spcPct val="0"/>
              </a:spcBef>
              <a:buNone/>
              <a:defRPr sz="2600" kern="1200">
                <a:solidFill>
                  <a:schemeClr val="tx1"/>
                </a:solidFill>
                <a:latin typeface="+mj-lt"/>
                <a:ea typeface="+mj-ea"/>
                <a:cs typeface="+mj-cs"/>
              </a:defRPr>
            </a:lvl1pPr>
          </a:lstStyle>
          <a:p>
            <a:r>
              <a:rPr lang="es-CO" sz="2200" dirty="0">
                <a:solidFill>
                  <a:schemeClr val="bg1">
                    <a:lumMod val="25000"/>
                  </a:schemeClr>
                </a:solidFill>
                <a:latin typeface="Segoe UI" panose="020B0502040204020203" pitchFamily="34" charset="0"/>
                <a:cs typeface="Segoe UI" panose="020B0502040204020203" pitchFamily="34" charset="0"/>
              </a:rPr>
              <a:t>● La evaluación mediante la prueba de </a:t>
            </a:r>
            <a:r>
              <a:rPr lang="es-CO" sz="2200" dirty="0">
                <a:solidFill>
                  <a:schemeClr val="bg1">
                    <a:lumMod val="25000"/>
                  </a:schemeClr>
                </a:solidFill>
                <a:latin typeface="Segoe UI Semibold" panose="020B0702040204020203" pitchFamily="34" charset="0"/>
                <a:cs typeface="Segoe UI Semibold" panose="020B0702040204020203" pitchFamily="34" charset="0"/>
              </a:rPr>
              <a:t>Kolmogorov–Smirnov </a:t>
            </a:r>
            <a:r>
              <a:rPr lang="es-CO" sz="2200" dirty="0">
                <a:solidFill>
                  <a:schemeClr val="bg1">
                    <a:lumMod val="25000"/>
                  </a:schemeClr>
                </a:solidFill>
                <a:latin typeface="Segoe UI" panose="020B0502040204020203" pitchFamily="34" charset="0"/>
                <a:cs typeface="Segoe UI" panose="020B0502040204020203" pitchFamily="34" charset="0"/>
              </a:rPr>
              <a:t>constituye un criterio operacional para seleccionar ajustes por estación en evaluaciones masivas, al basarse en la discrepancia entre la CDF empírica y la teórica de la distribución candidata.</a:t>
            </a:r>
          </a:p>
          <a:p>
            <a:endParaRPr lang="es-CO" sz="2200" dirty="0">
              <a:solidFill>
                <a:schemeClr val="bg1">
                  <a:lumMod val="25000"/>
                </a:schemeClr>
              </a:solidFill>
              <a:latin typeface="Segoe UI" panose="020B0502040204020203" pitchFamily="34" charset="0"/>
              <a:cs typeface="Segoe UI" panose="020B0502040204020203" pitchFamily="34" charset="0"/>
            </a:endParaRPr>
          </a:p>
          <a:p>
            <a:endParaRPr lang="es-CO" sz="2200" dirty="0">
              <a:solidFill>
                <a:schemeClr val="bg1">
                  <a:lumMod val="25000"/>
                </a:schemeClr>
              </a:solidFill>
              <a:latin typeface="Segoe UI" panose="020B0502040204020203" pitchFamily="34" charset="0"/>
              <a:cs typeface="Segoe UI" panose="020B0502040204020203" pitchFamily="34" charset="0"/>
            </a:endParaRPr>
          </a:p>
          <a:p>
            <a:r>
              <a:rPr lang="es-CO" sz="2200" dirty="0">
                <a:solidFill>
                  <a:schemeClr val="bg1">
                    <a:lumMod val="25000"/>
                  </a:schemeClr>
                </a:solidFill>
                <a:latin typeface="Segoe UI" panose="020B0502040204020203" pitchFamily="34" charset="0"/>
                <a:cs typeface="Segoe UI" panose="020B0502040204020203" pitchFamily="34" charset="0"/>
              </a:rPr>
              <a:t>● El contraste entre la distribución de mejor ajuste y distribuciones comúnmente empleadas en hidrología evidencia diferencias relevantes en cuantiles de retorno y sesgos que aumentan al extrapolar hacia Tr mayores, por lo que el uso de una distribución “estándar” sin verificación local puede conducir a sobrestimación o subestimaciones sistemáticas.</a:t>
            </a:r>
          </a:p>
        </p:txBody>
      </p:sp>
      <p:pic>
        <p:nvPicPr>
          <p:cNvPr id="3" name="Imagen 4">
            <a:extLst>
              <a:ext uri="{FF2B5EF4-FFF2-40B4-BE49-F238E27FC236}">
                <a16:creationId xmlns:a16="http://schemas.microsoft.com/office/drawing/2014/main" id="{CE3AB66B-DEDD-AD9E-0C3C-7250F9BD889D}"/>
              </a:ext>
            </a:extLst>
          </p:cNvPr>
          <p:cNvPicPr>
            <a:picLocks noChangeAspect="1"/>
          </p:cNvPicPr>
          <p:nvPr/>
        </p:nvPicPr>
        <p:blipFill>
          <a:blip r:embed="rId3">
            <a:extLst>
              <a:ext uri="{28A0092B-C50C-407E-A947-70E740481C1C}">
                <a14:useLocalDpi xmlns:a14="http://schemas.microsoft.com/office/drawing/2010/main" val="0"/>
              </a:ext>
            </a:extLst>
          </a:blip>
          <a:srcRect b="84948"/>
          <a:stretch>
            <a:fillRect/>
          </a:stretch>
        </p:blipFill>
        <p:spPr>
          <a:xfrm>
            <a:off x="0" y="-16873"/>
            <a:ext cx="12192000" cy="1032252"/>
          </a:xfrm>
          <a:prstGeom prst="rect">
            <a:avLst/>
          </a:prstGeom>
        </p:spPr>
      </p:pic>
    </p:spTree>
    <p:extLst>
      <p:ext uri="{BB962C8B-B14F-4D97-AF65-F5344CB8AC3E}">
        <p14:creationId xmlns:p14="http://schemas.microsoft.com/office/powerpoint/2010/main" val="42766973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FD5BC-D82E-8DF8-7BC0-FCEBBCB8E39F}"/>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4BB1566F-50F7-6CF6-0037-9E66680CD4ED}"/>
              </a:ext>
            </a:extLst>
          </p:cNvPr>
          <p:cNvSpPr txBox="1">
            <a:spLocks/>
          </p:cNvSpPr>
          <p:nvPr/>
        </p:nvSpPr>
        <p:spPr>
          <a:xfrm rot="16200000">
            <a:off x="-2971801" y="2971799"/>
            <a:ext cx="6858003" cy="914401"/>
          </a:xfrm>
          <a:prstGeom prst="rect">
            <a:avLst/>
          </a:prstGeom>
          <a:solidFill>
            <a:schemeClr val="bg2">
              <a:lumMod val="90000"/>
            </a:schemeClr>
          </a:solidFill>
        </p:spPr>
        <p:txBody>
          <a:bodyPr vert="horz" lIns="91440" tIns="45720" rIns="91440" bIns="45720" rtlCol="0" anchor="t" anchorCtr="0">
            <a:noAutofit/>
          </a:bodyPr>
          <a:lstStyle>
            <a:lvl1pPr algn="l" defTabSz="914377" rtl="0" eaLnBrk="1" latinLnBrk="0" hangingPunct="1">
              <a:lnSpc>
                <a:spcPct val="90000"/>
              </a:lnSpc>
              <a:spcBef>
                <a:spcPct val="0"/>
              </a:spcBef>
              <a:buNone/>
              <a:defRPr sz="2600" kern="1200">
                <a:solidFill>
                  <a:schemeClr val="tx1"/>
                </a:solidFill>
                <a:latin typeface="+mj-lt"/>
                <a:ea typeface="+mj-ea"/>
                <a:cs typeface="+mj-cs"/>
              </a:defRPr>
            </a:lvl1pPr>
          </a:lstStyle>
          <a:p>
            <a:r>
              <a:rPr lang="es-CO" sz="6000" dirty="0">
                <a:solidFill>
                  <a:schemeClr val="bg1">
                    <a:lumMod val="25000"/>
                  </a:schemeClr>
                </a:solidFill>
                <a:latin typeface="Segoe UI Semibold" panose="020B0702040204020203" pitchFamily="34" charset="0"/>
                <a:cs typeface="Segoe UI Semibold" panose="020B0702040204020203" pitchFamily="34" charset="0"/>
              </a:rPr>
              <a:t>Conclusiones</a:t>
            </a:r>
            <a:endParaRPr lang="es-CO" sz="6000" i="1" dirty="0">
              <a:solidFill>
                <a:schemeClr val="bg1">
                  <a:lumMod val="25000"/>
                </a:schemeClr>
              </a:solidFill>
              <a:latin typeface="Segoe UI Semibold" panose="020B0702040204020203" pitchFamily="34" charset="0"/>
              <a:cs typeface="Segoe UI Semibold" panose="020B0702040204020203" pitchFamily="34" charset="0"/>
            </a:endParaRPr>
          </a:p>
        </p:txBody>
      </p:sp>
      <p:sp>
        <p:nvSpPr>
          <p:cNvPr id="8" name="Title 1">
            <a:extLst>
              <a:ext uri="{FF2B5EF4-FFF2-40B4-BE49-F238E27FC236}">
                <a16:creationId xmlns:a16="http://schemas.microsoft.com/office/drawing/2014/main" id="{9C5B8AF0-8F1C-1B81-FBC0-DDE10C88179A}"/>
              </a:ext>
            </a:extLst>
          </p:cNvPr>
          <p:cNvSpPr txBox="1">
            <a:spLocks/>
          </p:cNvSpPr>
          <p:nvPr/>
        </p:nvSpPr>
        <p:spPr>
          <a:xfrm>
            <a:off x="1166812" y="2287653"/>
            <a:ext cx="5450669" cy="2930773"/>
          </a:xfrm>
          <a:prstGeom prst="rect">
            <a:avLst/>
          </a:prstGeom>
        </p:spPr>
        <p:txBody>
          <a:bodyPr vert="horz" lIns="91440" tIns="45720" rIns="91440" bIns="45720" rtlCol="0" anchor="t" anchorCtr="0">
            <a:noAutofit/>
          </a:bodyPr>
          <a:lstStyle>
            <a:lvl1pPr algn="l" defTabSz="914377" rtl="0" eaLnBrk="1" latinLnBrk="0" hangingPunct="1">
              <a:lnSpc>
                <a:spcPct val="90000"/>
              </a:lnSpc>
              <a:spcBef>
                <a:spcPct val="0"/>
              </a:spcBef>
              <a:buNone/>
              <a:defRPr sz="2600" kern="1200">
                <a:solidFill>
                  <a:schemeClr val="tx1"/>
                </a:solidFill>
                <a:latin typeface="+mj-lt"/>
                <a:ea typeface="+mj-ea"/>
                <a:cs typeface="+mj-cs"/>
              </a:defRPr>
            </a:lvl1pPr>
          </a:lstStyle>
          <a:p>
            <a:r>
              <a:rPr lang="es-CO" sz="2200" dirty="0">
                <a:solidFill>
                  <a:schemeClr val="bg1">
                    <a:lumMod val="25000"/>
                  </a:schemeClr>
                </a:solidFill>
                <a:latin typeface="Segoe UI" panose="020B0502040204020203" pitchFamily="34" charset="0"/>
                <a:cs typeface="Segoe UI" panose="020B0502040204020203" pitchFamily="34" charset="0"/>
              </a:rPr>
              <a:t>● La síntesis por áreas hidrográficas permite identificar patrones regionales de preferencia distribucional, lo cual aporta un insumo técnico para orientar análisis futuros y priorizar verificaciones por región, especialmente en contextos donde la densidad de estaciones es desigual. </a:t>
            </a:r>
            <a:endParaRPr lang="es-CO" sz="2200" i="1" dirty="0">
              <a:solidFill>
                <a:schemeClr val="bg1">
                  <a:lumMod val="25000"/>
                </a:schemeClr>
              </a:solidFill>
              <a:latin typeface="Segoe UI" panose="020B0502040204020203" pitchFamily="34" charset="0"/>
              <a:cs typeface="Segoe UI" panose="020B0502040204020203" pitchFamily="34" charset="0"/>
            </a:endParaRPr>
          </a:p>
          <a:p>
            <a:endParaRPr lang="es-CO" sz="2200" i="1" dirty="0">
              <a:solidFill>
                <a:schemeClr val="bg1">
                  <a:lumMod val="25000"/>
                </a:schemeClr>
              </a:solidFill>
              <a:latin typeface="Segoe UI Semibold" panose="020B0702040204020203" pitchFamily="34" charset="0"/>
              <a:cs typeface="Segoe UI Semibold" panose="020B0702040204020203" pitchFamily="34" charset="0"/>
            </a:endParaRPr>
          </a:p>
        </p:txBody>
      </p:sp>
      <p:sp>
        <p:nvSpPr>
          <p:cNvPr id="11" name="Title 1">
            <a:extLst>
              <a:ext uri="{FF2B5EF4-FFF2-40B4-BE49-F238E27FC236}">
                <a16:creationId xmlns:a16="http://schemas.microsoft.com/office/drawing/2014/main" id="{ED56EC56-B547-435E-5074-0595B636B4E1}"/>
              </a:ext>
            </a:extLst>
          </p:cNvPr>
          <p:cNvSpPr txBox="1">
            <a:spLocks/>
          </p:cNvSpPr>
          <p:nvPr/>
        </p:nvSpPr>
        <p:spPr>
          <a:xfrm>
            <a:off x="6925172" y="2287653"/>
            <a:ext cx="5034098" cy="2930773"/>
          </a:xfrm>
          <a:prstGeom prst="rect">
            <a:avLst/>
          </a:prstGeom>
        </p:spPr>
        <p:txBody>
          <a:bodyPr vert="horz" lIns="91440" tIns="45720" rIns="91440" bIns="45720" rtlCol="0" anchor="t" anchorCtr="0">
            <a:noAutofit/>
          </a:bodyPr>
          <a:lstStyle>
            <a:lvl1pPr algn="l" defTabSz="914377" rtl="0" eaLnBrk="1" latinLnBrk="0" hangingPunct="1">
              <a:lnSpc>
                <a:spcPct val="90000"/>
              </a:lnSpc>
              <a:spcBef>
                <a:spcPct val="0"/>
              </a:spcBef>
              <a:buNone/>
              <a:defRPr sz="2600" kern="1200">
                <a:solidFill>
                  <a:schemeClr val="tx1"/>
                </a:solidFill>
                <a:latin typeface="+mj-lt"/>
                <a:ea typeface="+mj-ea"/>
                <a:cs typeface="+mj-cs"/>
              </a:defRPr>
            </a:lvl1pPr>
          </a:lstStyle>
          <a:p>
            <a:r>
              <a:rPr lang="es-CO" sz="2200" dirty="0">
                <a:solidFill>
                  <a:schemeClr val="bg1">
                    <a:lumMod val="25000"/>
                  </a:schemeClr>
                </a:solidFill>
                <a:latin typeface="Segoe UI" panose="020B0502040204020203" pitchFamily="34" charset="0"/>
                <a:cs typeface="Segoe UI" panose="020B0502040204020203" pitchFamily="34" charset="0"/>
              </a:rPr>
              <a:t>● La contribución principal del estudio radica en la sistematización comparativa </a:t>
            </a:r>
            <a:r>
              <a:rPr lang="es-CO" sz="2200" dirty="0">
                <a:solidFill>
                  <a:schemeClr val="bg1">
                    <a:lumMod val="25000"/>
                  </a:schemeClr>
                </a:solidFill>
                <a:latin typeface="Segoe UI Semibold" panose="020B0702040204020203" pitchFamily="34" charset="0"/>
                <a:cs typeface="Segoe UI Semibold" panose="020B0702040204020203" pitchFamily="34" charset="0"/>
              </a:rPr>
              <a:t>EDF</a:t>
            </a:r>
            <a:r>
              <a:rPr lang="es-CO" sz="2200" dirty="0">
                <a:solidFill>
                  <a:schemeClr val="bg1">
                    <a:lumMod val="25000"/>
                  </a:schemeClr>
                </a:solidFill>
                <a:latin typeface="Segoe UI" panose="020B0502040204020203" pitchFamily="34" charset="0"/>
                <a:cs typeface="Segoe UI" panose="020B0502040204020203" pitchFamily="34" charset="0"/>
              </a:rPr>
              <a:t>–</a:t>
            </a:r>
            <a:r>
              <a:rPr lang="es-CO" sz="2200" dirty="0">
                <a:solidFill>
                  <a:schemeClr val="bg1">
                    <a:lumMod val="25000"/>
                  </a:schemeClr>
                </a:solidFill>
                <a:latin typeface="Segoe UI Semibold" panose="020B0702040204020203" pitchFamily="34" charset="0"/>
                <a:cs typeface="Segoe UI Semibold" panose="020B0702040204020203" pitchFamily="34" charset="0"/>
              </a:rPr>
              <a:t>PDF </a:t>
            </a:r>
            <a:r>
              <a:rPr lang="es-CO" sz="2200" dirty="0">
                <a:solidFill>
                  <a:schemeClr val="bg1">
                    <a:lumMod val="25000"/>
                  </a:schemeClr>
                </a:solidFill>
                <a:latin typeface="Segoe UI" panose="020B0502040204020203" pitchFamily="34" charset="0"/>
                <a:cs typeface="Segoe UI" panose="020B0502040204020203" pitchFamily="34" charset="0"/>
              </a:rPr>
              <a:t>a escala de red nacional, con un flujo replicable basado en herramientas abiertas y con soporte en repositorio para verificación y extensión por terceros.</a:t>
            </a:r>
          </a:p>
        </p:txBody>
      </p:sp>
      <p:pic>
        <p:nvPicPr>
          <p:cNvPr id="12" name="Imagen 4">
            <a:extLst>
              <a:ext uri="{FF2B5EF4-FFF2-40B4-BE49-F238E27FC236}">
                <a16:creationId xmlns:a16="http://schemas.microsoft.com/office/drawing/2014/main" id="{E5390ADE-82A0-2092-350B-386CAB2DB143}"/>
              </a:ext>
            </a:extLst>
          </p:cNvPr>
          <p:cNvPicPr>
            <a:picLocks noChangeAspect="1"/>
          </p:cNvPicPr>
          <p:nvPr/>
        </p:nvPicPr>
        <p:blipFill>
          <a:blip r:embed="rId3">
            <a:extLst>
              <a:ext uri="{28A0092B-C50C-407E-A947-70E740481C1C}">
                <a14:useLocalDpi xmlns:a14="http://schemas.microsoft.com/office/drawing/2010/main" val="0"/>
              </a:ext>
            </a:extLst>
          </a:blip>
          <a:srcRect b="84948"/>
          <a:stretch>
            <a:fillRect/>
          </a:stretch>
        </p:blipFill>
        <p:spPr>
          <a:xfrm>
            <a:off x="0" y="-16873"/>
            <a:ext cx="12192000" cy="1032252"/>
          </a:xfrm>
          <a:prstGeom prst="rect">
            <a:avLst/>
          </a:prstGeom>
        </p:spPr>
      </p:pic>
    </p:spTree>
    <p:extLst>
      <p:ext uri="{BB962C8B-B14F-4D97-AF65-F5344CB8AC3E}">
        <p14:creationId xmlns:p14="http://schemas.microsoft.com/office/powerpoint/2010/main" val="22132176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5FDC4AF-F726-3576-D296-F235E71B8340}"/>
              </a:ext>
            </a:extLst>
          </p:cNvPr>
          <p:cNvSpPr txBox="1">
            <a:spLocks/>
          </p:cNvSpPr>
          <p:nvPr/>
        </p:nvSpPr>
        <p:spPr>
          <a:xfrm>
            <a:off x="6499675" y="5996241"/>
            <a:ext cx="4689241" cy="356889"/>
          </a:xfrm>
          <a:prstGeom prst="rect">
            <a:avLst/>
          </a:prstGeom>
        </p:spPr>
        <p:txBody>
          <a:bodyPr vert="horz" lIns="91440" tIns="45720" rIns="91440" bIns="45720" rtlCol="0" anchor="t" anchorCtr="0">
            <a:noAutofit/>
          </a:bodyPr>
          <a:lstStyle>
            <a:lvl1pPr algn="l" defTabSz="914377" rtl="0" eaLnBrk="1" latinLnBrk="0" hangingPunct="1">
              <a:lnSpc>
                <a:spcPct val="90000"/>
              </a:lnSpc>
              <a:spcBef>
                <a:spcPct val="0"/>
              </a:spcBef>
              <a:buNone/>
              <a:defRPr sz="2600" kern="1200">
                <a:solidFill>
                  <a:schemeClr val="tx1"/>
                </a:solidFill>
                <a:latin typeface="+mj-lt"/>
                <a:ea typeface="+mj-ea"/>
                <a:cs typeface="+mj-cs"/>
              </a:defRPr>
            </a:lvl1pPr>
          </a:lstStyle>
          <a:p>
            <a:pPr algn="ctr"/>
            <a:r>
              <a:rPr lang="es-CO" sz="1600" i="1" noProof="0" dirty="0">
                <a:solidFill>
                  <a:schemeClr val="bg1">
                    <a:lumMod val="25000"/>
                  </a:schemeClr>
                </a:solidFill>
                <a:latin typeface="Segoe UI" panose="020B0502040204020203" pitchFamily="34" charset="0"/>
                <a:ea typeface="Segoe UI Black" panose="020B0A02040204020203" pitchFamily="34" charset="0"/>
                <a:cs typeface="Segoe UI" panose="020B0502040204020203" pitchFamily="34" charset="0"/>
              </a:rPr>
              <a:t>Repositorio público GitHub</a:t>
            </a:r>
          </a:p>
        </p:txBody>
      </p:sp>
      <p:pic>
        <p:nvPicPr>
          <p:cNvPr id="7" name="Picture 6">
            <a:extLst>
              <a:ext uri="{FF2B5EF4-FFF2-40B4-BE49-F238E27FC236}">
                <a16:creationId xmlns:a16="http://schemas.microsoft.com/office/drawing/2014/main" id="{CF747CAF-C370-0FCB-D803-74B6EAD71C9A}"/>
              </a:ext>
            </a:extLst>
          </p:cNvPr>
          <p:cNvPicPr>
            <a:picLocks noChangeAspect="1"/>
          </p:cNvPicPr>
          <p:nvPr/>
        </p:nvPicPr>
        <p:blipFill>
          <a:blip r:embed="rId3"/>
          <a:stretch>
            <a:fillRect/>
          </a:stretch>
        </p:blipFill>
        <p:spPr>
          <a:xfrm>
            <a:off x="6315742" y="874533"/>
            <a:ext cx="5057108" cy="5057109"/>
          </a:xfrm>
          <a:prstGeom prst="roundRect">
            <a:avLst>
              <a:gd name="adj" fmla="val 12170"/>
            </a:avLst>
          </a:prstGeom>
        </p:spPr>
      </p:pic>
      <p:pic>
        <p:nvPicPr>
          <p:cNvPr id="8" name="Imagen 4">
            <a:extLst>
              <a:ext uri="{FF2B5EF4-FFF2-40B4-BE49-F238E27FC236}">
                <a16:creationId xmlns:a16="http://schemas.microsoft.com/office/drawing/2014/main" id="{1AC097CC-133A-AC8B-5A8F-AC459D27114D}"/>
              </a:ext>
            </a:extLst>
          </p:cNvPr>
          <p:cNvPicPr>
            <a:picLocks noChangeAspect="1"/>
          </p:cNvPicPr>
          <p:nvPr/>
        </p:nvPicPr>
        <p:blipFill>
          <a:blip r:embed="rId4">
            <a:extLst>
              <a:ext uri="{28A0092B-C50C-407E-A947-70E740481C1C}">
                <a14:useLocalDpi xmlns:a14="http://schemas.microsoft.com/office/drawing/2010/main" val="0"/>
              </a:ext>
            </a:extLst>
          </a:blip>
          <a:srcRect b="84948"/>
          <a:stretch>
            <a:fillRect/>
          </a:stretch>
        </p:blipFill>
        <p:spPr>
          <a:xfrm>
            <a:off x="0" y="-16873"/>
            <a:ext cx="12192000" cy="1032252"/>
          </a:xfrm>
          <a:prstGeom prst="rect">
            <a:avLst/>
          </a:prstGeom>
        </p:spPr>
      </p:pic>
      <p:sp>
        <p:nvSpPr>
          <p:cNvPr id="11" name="Rectangle: Single Corner Rounded 10">
            <a:extLst>
              <a:ext uri="{FF2B5EF4-FFF2-40B4-BE49-F238E27FC236}">
                <a16:creationId xmlns:a16="http://schemas.microsoft.com/office/drawing/2014/main" id="{FB33044D-484E-62D3-2A52-210E80FEE4CA}"/>
              </a:ext>
            </a:extLst>
          </p:cNvPr>
          <p:cNvSpPr/>
          <p:nvPr/>
        </p:nvSpPr>
        <p:spPr>
          <a:xfrm>
            <a:off x="280059" y="2413845"/>
            <a:ext cx="5479361" cy="3349910"/>
          </a:xfrm>
          <a:prstGeom prst="round1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2400" noProof="0" dirty="0">
                <a:solidFill>
                  <a:schemeClr val="tx1"/>
                </a:solidFill>
                <a:latin typeface="Segoe UI" panose="020B0502040204020203" pitchFamily="34" charset="0"/>
                <a:cs typeface="Segoe UI" panose="020B0502040204020203" pitchFamily="34" charset="0"/>
              </a:rPr>
              <a:t>Estudio y Análisis de la </a:t>
            </a:r>
            <a:r>
              <a:rPr lang="es-CO" sz="2400" b="1" noProof="0" dirty="0">
                <a:solidFill>
                  <a:schemeClr val="tx1"/>
                </a:solidFill>
                <a:latin typeface="Segoe UI Semibold" panose="020B0702040204020203" pitchFamily="34" charset="0"/>
                <a:cs typeface="Segoe UI Semibold" panose="020B0702040204020203" pitchFamily="34" charset="0"/>
              </a:rPr>
              <a:t>Precipitación Máxima en 24 Horas</a:t>
            </a:r>
            <a:r>
              <a:rPr lang="es-CO" sz="2400" noProof="0" dirty="0">
                <a:solidFill>
                  <a:schemeClr val="tx1"/>
                </a:solidFill>
                <a:latin typeface="Segoe UI Semibold" panose="020B0702040204020203" pitchFamily="34" charset="0"/>
                <a:cs typeface="Segoe UI Semibold" panose="020B0702040204020203" pitchFamily="34" charset="0"/>
              </a:rPr>
              <a:t> </a:t>
            </a:r>
            <a:r>
              <a:rPr lang="es-CO" sz="2400" noProof="0" dirty="0">
                <a:solidFill>
                  <a:schemeClr val="tx1"/>
                </a:solidFill>
                <a:latin typeface="Segoe UI" panose="020B0502040204020203" pitchFamily="34" charset="0"/>
                <a:cs typeface="Segoe UI" panose="020B0502040204020203" pitchFamily="34" charset="0"/>
              </a:rPr>
              <a:t>(Pmax24h) en la Red de Estaciones Climatológicas Automáticas de Colombia – Suramérica</a:t>
            </a:r>
          </a:p>
          <a:p>
            <a:pPr algn="ctr"/>
            <a:endParaRPr lang="es-CO" sz="1400" dirty="0">
              <a:solidFill>
                <a:schemeClr val="tx1"/>
              </a:solidFill>
              <a:latin typeface="Segoe UI" panose="020B0502040204020203" pitchFamily="34" charset="0"/>
              <a:cs typeface="Segoe UI" panose="020B0502040204020203" pitchFamily="34" charset="0"/>
            </a:endParaRPr>
          </a:p>
          <a:p>
            <a:pPr algn="ctr"/>
            <a:r>
              <a:rPr lang="es-CO" sz="1200" noProof="0" dirty="0">
                <a:solidFill>
                  <a:schemeClr val="tx1"/>
                </a:solidFill>
                <a:latin typeface="Segoe UI" panose="020B0502040204020203" pitchFamily="34" charset="0"/>
                <a:cs typeface="Segoe UI" panose="020B0502040204020203" pitchFamily="34" charset="0"/>
              </a:rPr>
              <a:t>Héctor Alfonso Rodríguez Díaz</a:t>
            </a:r>
          </a:p>
          <a:p>
            <a:pPr algn="ctr"/>
            <a:r>
              <a:rPr lang="es-CO" sz="1200" dirty="0">
                <a:solidFill>
                  <a:schemeClr val="tx1"/>
                </a:solidFill>
                <a:latin typeface="Segoe UI" panose="020B0502040204020203" pitchFamily="34" charset="0"/>
                <a:cs typeface="Segoe UI" panose="020B0502040204020203" pitchFamily="34" charset="0"/>
              </a:rPr>
              <a:t>alfonso.rodriguez@escuelaing.edu.co</a:t>
            </a:r>
            <a:endParaRPr lang="es-CO" sz="1200" noProof="0" dirty="0">
              <a:solidFill>
                <a:schemeClr val="tx1"/>
              </a:solidFill>
              <a:latin typeface="Segoe UI" panose="020B0502040204020203" pitchFamily="34" charset="0"/>
              <a:cs typeface="Segoe UI" panose="020B0502040204020203" pitchFamily="34" charset="0"/>
            </a:endParaRPr>
          </a:p>
          <a:p>
            <a:pPr algn="ctr"/>
            <a:endParaRPr lang="es-CO" sz="1200" dirty="0">
              <a:solidFill>
                <a:schemeClr val="tx1"/>
              </a:solidFill>
              <a:latin typeface="Segoe UI" panose="020B0502040204020203" pitchFamily="34" charset="0"/>
              <a:cs typeface="Segoe UI" panose="020B0502040204020203" pitchFamily="34" charset="0"/>
            </a:endParaRPr>
          </a:p>
          <a:p>
            <a:pPr algn="ctr"/>
            <a:r>
              <a:rPr lang="es-CO" sz="1200" noProof="0" dirty="0">
                <a:solidFill>
                  <a:schemeClr val="tx1"/>
                </a:solidFill>
                <a:latin typeface="Segoe UI" panose="020B0502040204020203" pitchFamily="34" charset="0"/>
                <a:cs typeface="Segoe UI" panose="020B0502040204020203" pitchFamily="34" charset="0"/>
              </a:rPr>
              <a:t>Juan David Rodríguez Acevedo</a:t>
            </a:r>
          </a:p>
          <a:p>
            <a:pPr algn="ctr"/>
            <a:r>
              <a:rPr lang="es-CO" sz="1200" dirty="0">
                <a:solidFill>
                  <a:schemeClr val="tx1"/>
                </a:solidFill>
                <a:latin typeface="Segoe UI" panose="020B0502040204020203" pitchFamily="34" charset="0"/>
                <a:cs typeface="Segoe UI" panose="020B0502040204020203" pitchFamily="34" charset="0"/>
              </a:rPr>
              <a:t>juan.rodrigueza@escuelaing.edu.co</a:t>
            </a:r>
            <a:endParaRPr lang="es-CO" sz="1200" noProof="0" dirty="0">
              <a:solidFill>
                <a:schemeClr val="tx1"/>
              </a:solidFill>
              <a:latin typeface="Segoe UI" panose="020B0502040204020203" pitchFamily="34" charset="0"/>
              <a:cs typeface="Segoe UI" panose="020B0502040204020203" pitchFamily="34" charset="0"/>
            </a:endParaRPr>
          </a:p>
          <a:p>
            <a:pPr algn="ctr"/>
            <a:endParaRPr lang="es-CO" sz="1200" dirty="0">
              <a:solidFill>
                <a:schemeClr val="tx1"/>
              </a:solidFill>
              <a:latin typeface="Segoe UI" panose="020B0502040204020203" pitchFamily="34" charset="0"/>
              <a:cs typeface="Segoe UI" panose="020B0502040204020203" pitchFamily="34" charset="0"/>
            </a:endParaRPr>
          </a:p>
          <a:p>
            <a:pPr algn="ctr"/>
            <a:r>
              <a:rPr lang="es-CO" sz="1200" noProof="0" dirty="0">
                <a:solidFill>
                  <a:schemeClr val="tx1"/>
                </a:solidFill>
                <a:latin typeface="Segoe UI" panose="020B0502040204020203" pitchFamily="34" charset="0"/>
                <a:cs typeface="Segoe UI" panose="020B0502040204020203" pitchFamily="34" charset="0"/>
              </a:rPr>
              <a:t>William Ricardo Aguilar Piña</a:t>
            </a:r>
          </a:p>
          <a:p>
            <a:pPr algn="ctr"/>
            <a:r>
              <a:rPr lang="es-CO" sz="1200" noProof="0" dirty="0">
                <a:solidFill>
                  <a:schemeClr val="tx1"/>
                </a:solidFill>
                <a:latin typeface="Segoe UI" panose="020B0502040204020203" pitchFamily="34" charset="0"/>
                <a:cs typeface="Segoe UI" panose="020B0502040204020203" pitchFamily="34" charset="0"/>
              </a:rPr>
              <a:t>william.aguilar@escuelaing.edu.co</a:t>
            </a:r>
            <a:endParaRPr lang="es-CO" sz="1400" noProof="0" dirty="0">
              <a:solidFill>
                <a:schemeClr val="tx1"/>
              </a:solidFill>
              <a:latin typeface="Segoe UI" panose="020B0502040204020203" pitchFamily="34" charset="0"/>
              <a:cs typeface="Segoe UI" panose="020B0502040204020203" pitchFamily="34" charset="0"/>
            </a:endParaRPr>
          </a:p>
        </p:txBody>
      </p:sp>
      <p:pic>
        <p:nvPicPr>
          <p:cNvPr id="5" name="Graphic 4">
            <a:extLst>
              <a:ext uri="{FF2B5EF4-FFF2-40B4-BE49-F238E27FC236}">
                <a16:creationId xmlns:a16="http://schemas.microsoft.com/office/drawing/2014/main" id="{6AAFF369-8380-82E4-8D6F-AD760B5151C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240241" y="1532346"/>
            <a:ext cx="1558996" cy="810000"/>
          </a:xfrm>
          <a:prstGeom prst="rect">
            <a:avLst/>
          </a:prstGeom>
        </p:spPr>
      </p:pic>
    </p:spTree>
    <p:extLst>
      <p:ext uri="{BB962C8B-B14F-4D97-AF65-F5344CB8AC3E}">
        <p14:creationId xmlns:p14="http://schemas.microsoft.com/office/powerpoint/2010/main" val="36560040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02EE2EE-B8E1-39EE-B2B8-8463A6F31E84}"/>
              </a:ext>
            </a:extLst>
          </p:cNvPr>
          <p:cNvSpPr>
            <a:spLocks noGrp="1"/>
          </p:cNvSpPr>
          <p:nvPr>
            <p:ph type="title"/>
          </p:nvPr>
        </p:nvSpPr>
        <p:spPr>
          <a:xfrm>
            <a:off x="2871178" y="3106222"/>
            <a:ext cx="7497608" cy="645555"/>
          </a:xfrm>
        </p:spPr>
        <p:txBody>
          <a:bodyPr anchor="ctr" anchorCtr="0">
            <a:normAutofit/>
          </a:bodyPr>
          <a:lstStyle/>
          <a:p>
            <a:pPr algn="ctr"/>
            <a:r>
              <a:rPr lang="es-CO" sz="3600" b="1" noProof="0" dirty="0">
                <a:solidFill>
                  <a:schemeClr val="bg1">
                    <a:lumMod val="25000"/>
                  </a:schemeClr>
                </a:solidFill>
                <a:latin typeface="Segoe UI Semibold" panose="020B0702040204020203" pitchFamily="34" charset="0"/>
                <a:ea typeface="Segoe UI Black" panose="020B0A02040204020203" pitchFamily="34" charset="0"/>
                <a:cs typeface="Segoe UI Semibold" panose="020B0702040204020203" pitchFamily="34" charset="0"/>
              </a:rPr>
              <a:t>Gracias</a:t>
            </a:r>
            <a:r>
              <a:rPr lang="es-CO" sz="3600" noProof="0" dirty="0">
                <a:solidFill>
                  <a:schemeClr val="bg1">
                    <a:lumMod val="25000"/>
                  </a:schemeClr>
                </a:solidFill>
                <a:latin typeface="Segoe UI" panose="020B0502040204020203" pitchFamily="34" charset="0"/>
                <a:ea typeface="Segoe UI Black" panose="020B0A02040204020203" pitchFamily="34" charset="0"/>
                <a:cs typeface="Segoe UI" panose="020B0502040204020203" pitchFamily="34" charset="0"/>
              </a:rPr>
              <a:t> por su atención</a:t>
            </a:r>
            <a:endParaRPr lang="es-CO" sz="3600" b="1" noProof="0" dirty="0">
              <a:solidFill>
                <a:schemeClr val="bg1">
                  <a:lumMod val="25000"/>
                </a:schemeClr>
              </a:solidFill>
              <a:latin typeface="Segoe UI" panose="020B0502040204020203" pitchFamily="34" charset="0"/>
              <a:ea typeface="Segoe UI Black" panose="020B0A02040204020203" pitchFamily="34" charset="0"/>
              <a:cs typeface="Segoe UI" panose="020B0502040204020203" pitchFamily="34" charset="0"/>
            </a:endParaRPr>
          </a:p>
        </p:txBody>
      </p:sp>
      <p:pic>
        <p:nvPicPr>
          <p:cNvPr id="2" name="Graphic 3" descr="3d Glasses outline">
            <a:extLst>
              <a:ext uri="{FF2B5EF4-FFF2-40B4-BE49-F238E27FC236}">
                <a16:creationId xmlns:a16="http://schemas.microsoft.com/office/drawing/2014/main" id="{602E22E6-15C6-A382-F310-C10C68E14B9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5744" y="2708999"/>
            <a:ext cx="1440000" cy="1440000"/>
          </a:xfrm>
          <a:prstGeom prst="rect">
            <a:avLst/>
          </a:prstGeom>
        </p:spPr>
      </p:pic>
      <p:pic>
        <p:nvPicPr>
          <p:cNvPr id="4" name="Imagen 4">
            <a:extLst>
              <a:ext uri="{FF2B5EF4-FFF2-40B4-BE49-F238E27FC236}">
                <a16:creationId xmlns:a16="http://schemas.microsoft.com/office/drawing/2014/main" id="{8495D582-8A17-C9D1-FE87-A03A88714C25}"/>
              </a:ext>
            </a:extLst>
          </p:cNvPr>
          <p:cNvPicPr>
            <a:picLocks noChangeAspect="1"/>
          </p:cNvPicPr>
          <p:nvPr/>
        </p:nvPicPr>
        <p:blipFill>
          <a:blip r:embed="rId4">
            <a:extLst>
              <a:ext uri="{28A0092B-C50C-407E-A947-70E740481C1C}">
                <a14:useLocalDpi xmlns:a14="http://schemas.microsoft.com/office/drawing/2010/main" val="0"/>
              </a:ext>
            </a:extLst>
          </a:blip>
          <a:srcRect b="84948"/>
          <a:stretch>
            <a:fillRect/>
          </a:stretch>
        </p:blipFill>
        <p:spPr>
          <a:xfrm>
            <a:off x="0" y="-16873"/>
            <a:ext cx="12192000" cy="1032252"/>
          </a:xfrm>
          <a:prstGeom prst="rect">
            <a:avLst/>
          </a:prstGeom>
        </p:spPr>
      </p:pic>
    </p:spTree>
    <p:extLst>
      <p:ext uri="{BB962C8B-B14F-4D97-AF65-F5344CB8AC3E}">
        <p14:creationId xmlns:p14="http://schemas.microsoft.com/office/powerpoint/2010/main" val="2314992810"/>
      </p:ext>
    </p:extLst>
  </p:cSld>
  <p:clrMapOvr>
    <a:masterClrMapping/>
  </p:clrMapOvr>
</p:sld>
</file>

<file path=ppt/theme/theme1.xml><?xml version="1.0" encoding="utf-8"?>
<a:theme xmlns:a="http://schemas.openxmlformats.org/drawingml/2006/main" name="Tema de R.TeachingResearchGuide">
  <a:themeElements>
    <a:clrScheme name="R.TeachingResearchGuide">
      <a:dk1>
        <a:sysClr val="windowText" lastClr="000000"/>
      </a:dk1>
      <a:lt1>
        <a:srgbClr val="F8F8F8"/>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990000"/>
      </a:hlink>
      <a:folHlink>
        <a:srgbClr val="919191"/>
      </a:folHlink>
    </a:clrScheme>
    <a:fontScheme name="R.TeachingResearchGuide">
      <a:majorFont>
        <a:latin typeface="Segoe UI Light"/>
        <a:ea typeface=""/>
        <a:cs typeface=""/>
      </a:majorFont>
      <a:minorFont>
        <a:latin typeface="Segoe UI Light"/>
        <a:ea typeface=""/>
        <a:cs typeface=""/>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lantilla" id="{5A35A6FC-B87C-4B67-9B88-2A7DF7702ABE}" vid="{05B25DEA-0386-406F-A99F-5BE9D4B84DC6}"/>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mbria-Calibri">
      <a:majorFont>
        <a:latin typeface="Cambria" panose="02040503050406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9Top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mbria-Calibri">
      <a:majorFont>
        <a:latin typeface="Cambria" panose="02040503050406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9Top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NotebookType xmlns="bf3e1746-bde1-4d6e-9c3f-7182572f7502" xsi:nil="true"/>
    <CultureName xmlns="bf3e1746-bde1-4d6e-9c3f-7182572f7502" xsi:nil="true"/>
    <Students xmlns="bf3e1746-bde1-4d6e-9c3f-7182572f7502">
      <UserInfo>
        <DisplayName/>
        <AccountId xsi:nil="true"/>
        <AccountType/>
      </UserInfo>
    </Students>
    <Distribution_Groups xmlns="bf3e1746-bde1-4d6e-9c3f-7182572f7502" xsi:nil="true"/>
    <FolderType xmlns="bf3e1746-bde1-4d6e-9c3f-7182572f7502" xsi:nil="true"/>
    <Student_Groups xmlns="bf3e1746-bde1-4d6e-9c3f-7182572f7502">
      <UserInfo>
        <DisplayName/>
        <AccountId xsi:nil="true"/>
        <AccountType/>
      </UserInfo>
    </Student_Groups>
    <Self_Registration_Enabled xmlns="bf3e1746-bde1-4d6e-9c3f-7182572f7502" xsi:nil="true"/>
    <TeamsChannelId xmlns="bf3e1746-bde1-4d6e-9c3f-7182572f7502" xsi:nil="true"/>
    <IsNotebookLocked xmlns="bf3e1746-bde1-4d6e-9c3f-7182572f7502" xsi:nil="true"/>
    <DefaultSectionNames xmlns="bf3e1746-bde1-4d6e-9c3f-7182572f7502" xsi:nil="true"/>
    <Is_Collaboration_Space_Locked xmlns="bf3e1746-bde1-4d6e-9c3f-7182572f7502" xsi:nil="true"/>
    <Invited_Teachers xmlns="bf3e1746-bde1-4d6e-9c3f-7182572f7502" xsi:nil="true"/>
    <Math_Settings xmlns="bf3e1746-bde1-4d6e-9c3f-7182572f7502" xsi:nil="true"/>
    <Templates xmlns="bf3e1746-bde1-4d6e-9c3f-7182572f7502" xsi:nil="true"/>
    <Has_Teacher_Only_SectionGroup xmlns="bf3e1746-bde1-4d6e-9c3f-7182572f7502" xsi:nil="true"/>
    <AppVersion xmlns="bf3e1746-bde1-4d6e-9c3f-7182572f7502" xsi:nil="true"/>
    <Invited_Students xmlns="bf3e1746-bde1-4d6e-9c3f-7182572f7502" xsi:nil="true"/>
    <Owner xmlns="bf3e1746-bde1-4d6e-9c3f-7182572f7502">
      <UserInfo>
        <DisplayName/>
        <AccountId xsi:nil="true"/>
        <AccountType/>
      </UserInfo>
    </Owner>
    <Teachers xmlns="bf3e1746-bde1-4d6e-9c3f-7182572f7502">
      <UserInfo>
        <DisplayName/>
        <AccountId xsi:nil="true"/>
        <AccountType/>
      </UserInfo>
    </Teachers>
    <LMS_Mappings xmlns="bf3e1746-bde1-4d6e-9c3f-7182572f7502"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089011499791B4EB69D0A56FFA67F2B" ma:contentTypeVersion="30" ma:contentTypeDescription="Create a new document." ma:contentTypeScope="" ma:versionID="f76dc847e91b26043a9f85409c9c8da8">
  <xsd:schema xmlns:xsd="http://www.w3.org/2001/XMLSchema" xmlns:xs="http://www.w3.org/2001/XMLSchema" xmlns:p="http://schemas.microsoft.com/office/2006/metadata/properties" xmlns:ns3="bf3e1746-bde1-4d6e-9c3f-7182572f7502" xmlns:ns4="14224164-2045-4b51-92bb-313d0f626d83" targetNamespace="http://schemas.microsoft.com/office/2006/metadata/properties" ma:root="true" ma:fieldsID="e77e75136ac7a83ebab10a30c2d6fe6c" ns3:_="" ns4:_="">
    <xsd:import namespace="bf3e1746-bde1-4d6e-9c3f-7182572f7502"/>
    <xsd:import namespace="14224164-2045-4b51-92bb-313d0f626d83"/>
    <xsd:element name="properties">
      <xsd:complexType>
        <xsd:sequence>
          <xsd:element name="documentManagement">
            <xsd:complexType>
              <xsd:all>
                <xsd:element ref="ns3:MediaServiceMetadata" minOccurs="0"/>
                <xsd:element ref="ns3:MediaServiceFastMetadata" minOccurs="0"/>
                <xsd:element ref="ns3:NotebookType" minOccurs="0"/>
                <xsd:element ref="ns3:FolderType" minOccurs="0"/>
                <xsd:element ref="ns3:CultureName" minOccurs="0"/>
                <xsd:element ref="ns3:AppVersion" minOccurs="0"/>
                <xsd:element ref="ns3:TeamsChannelId" minOccurs="0"/>
                <xsd:element ref="ns3:Owner" minOccurs="0"/>
                <xsd:element ref="ns3:Math_Settings" minOccurs="0"/>
                <xsd:element ref="ns3:DefaultSectionNames" minOccurs="0"/>
                <xsd:element ref="ns3:Templates" minOccurs="0"/>
                <xsd:element ref="ns3:Teachers" minOccurs="0"/>
                <xsd:element ref="ns3:Students" minOccurs="0"/>
                <xsd:element ref="ns3:Student_Groups" minOccurs="0"/>
                <xsd:element ref="ns3:Distribution_Groups" minOccurs="0"/>
                <xsd:element ref="ns3:LMS_Mappings" minOccurs="0"/>
                <xsd:element ref="ns3:Invited_Teachers" minOccurs="0"/>
                <xsd:element ref="ns3:Invited_Students" minOccurs="0"/>
                <xsd:element ref="ns3:Self_Registration_Enabled" minOccurs="0"/>
                <xsd:element ref="ns3:Has_Teacher_Only_SectionGroup" minOccurs="0"/>
                <xsd:element ref="ns3:Is_Collaboration_Space_Locked" minOccurs="0"/>
                <xsd:element ref="ns3:IsNotebookLocked"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f3e1746-bde1-4d6e-9c3f-7182572f750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NotebookType" ma:index="10" nillable="true" ma:displayName="Notebook Type" ma:internalName="NotebookType">
      <xsd:simpleType>
        <xsd:restriction base="dms:Text"/>
      </xsd:simpleType>
    </xsd:element>
    <xsd:element name="FolderType" ma:index="11" nillable="true" ma:displayName="Folder Type" ma:internalName="FolderType">
      <xsd:simpleType>
        <xsd:restriction base="dms:Text"/>
      </xsd:simpleType>
    </xsd:element>
    <xsd:element name="CultureName" ma:index="12" nillable="true" ma:displayName="Culture Name" ma:internalName="CultureName">
      <xsd:simpleType>
        <xsd:restriction base="dms:Text"/>
      </xsd:simpleType>
    </xsd:element>
    <xsd:element name="AppVersion" ma:index="13" nillable="true" ma:displayName="App Version" ma:internalName="AppVersion">
      <xsd:simpleType>
        <xsd:restriction base="dms:Text"/>
      </xsd:simpleType>
    </xsd:element>
    <xsd:element name="TeamsChannelId" ma:index="14" nillable="true" ma:displayName="Teams Channel Id" ma:internalName="TeamsChannelId">
      <xsd:simpleType>
        <xsd:restriction base="dms:Text"/>
      </xsd:simpleType>
    </xsd:element>
    <xsd:element name="Owner" ma:index="15"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6" nillable="true" ma:displayName="Math Settings" ma:internalName="Math_Settings">
      <xsd:simpleType>
        <xsd:restriction base="dms:Text"/>
      </xsd:simpleType>
    </xsd:element>
    <xsd:element name="DefaultSectionNames" ma:index="17" nillable="true" ma:displayName="Default Section Names" ma:internalName="DefaultSectionNames">
      <xsd:simpleType>
        <xsd:restriction base="dms:Note">
          <xsd:maxLength value="255"/>
        </xsd:restriction>
      </xsd:simpleType>
    </xsd:element>
    <xsd:element name="Templates" ma:index="18" nillable="true" ma:displayName="Templates" ma:internalName="Templates">
      <xsd:simpleType>
        <xsd:restriction base="dms:Note">
          <xsd:maxLength value="255"/>
        </xsd:restriction>
      </xsd:simpleType>
    </xsd:element>
    <xsd:element name="Teachers" ma:index="19"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20"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21"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2" nillable="true" ma:displayName="Distribution Groups" ma:internalName="Distribution_Groups">
      <xsd:simpleType>
        <xsd:restriction base="dms:Note">
          <xsd:maxLength value="255"/>
        </xsd:restriction>
      </xsd:simpleType>
    </xsd:element>
    <xsd:element name="LMS_Mappings" ma:index="23" nillable="true" ma:displayName="LMS Mappings" ma:internalName="LMS_Mappings">
      <xsd:simpleType>
        <xsd:restriction base="dms:Note">
          <xsd:maxLength value="255"/>
        </xsd:restriction>
      </xsd:simpleType>
    </xsd:element>
    <xsd:element name="Invited_Teachers" ma:index="24" nillable="true" ma:displayName="Invited Teachers" ma:internalName="Invited_Teachers">
      <xsd:simpleType>
        <xsd:restriction base="dms:Note">
          <xsd:maxLength value="255"/>
        </xsd:restriction>
      </xsd:simpleType>
    </xsd:element>
    <xsd:element name="Invited_Students" ma:index="25" nillable="true" ma:displayName="Invited Students" ma:internalName="Invited_Students">
      <xsd:simpleType>
        <xsd:restriction base="dms:Note">
          <xsd:maxLength value="255"/>
        </xsd:restriction>
      </xsd:simpleType>
    </xsd:element>
    <xsd:element name="Self_Registration_Enabled" ma:index="26" nillable="true" ma:displayName="Self Registration Enabled" ma:internalName="Self_Registration_Enabled">
      <xsd:simpleType>
        <xsd:restriction base="dms:Boolean"/>
      </xsd:simpleType>
    </xsd:element>
    <xsd:element name="Has_Teacher_Only_SectionGroup" ma:index="27" nillable="true" ma:displayName="Has Teacher Only SectionGroup" ma:internalName="Has_Teacher_Only_SectionGroup">
      <xsd:simpleType>
        <xsd:restriction base="dms:Boolean"/>
      </xsd:simpleType>
    </xsd:element>
    <xsd:element name="Is_Collaboration_Space_Locked" ma:index="28" nillable="true" ma:displayName="Is Collaboration Space Locked" ma:internalName="Is_Collaboration_Space_Locked">
      <xsd:simpleType>
        <xsd:restriction base="dms:Boolean"/>
      </xsd:simpleType>
    </xsd:element>
    <xsd:element name="IsNotebookLocked" ma:index="29" nillable="true" ma:displayName="Is Notebook Locked" ma:internalName="IsNotebookLocked">
      <xsd:simpleType>
        <xsd:restriction base="dms:Boolean"/>
      </xsd:simpleType>
    </xsd:element>
    <xsd:element name="MediaServiceAutoTags" ma:index="33" nillable="true" ma:displayName="Tags" ma:internalName="MediaServiceAutoTags" ma:readOnly="true">
      <xsd:simpleType>
        <xsd:restriction base="dms:Text"/>
      </xsd:simpleType>
    </xsd:element>
    <xsd:element name="MediaServiceOCR" ma:index="34" nillable="true" ma:displayName="Extracted Text" ma:internalName="MediaServiceOCR" ma:readOnly="true">
      <xsd:simpleType>
        <xsd:restriction base="dms:Note">
          <xsd:maxLength value="255"/>
        </xsd:restriction>
      </xsd:simpleType>
    </xsd:element>
    <xsd:element name="MediaServiceGenerationTime" ma:index="35" nillable="true" ma:displayName="MediaServiceGenerationTime" ma:hidden="true" ma:internalName="MediaServiceGenerationTime" ma:readOnly="true">
      <xsd:simpleType>
        <xsd:restriction base="dms:Text"/>
      </xsd:simpleType>
    </xsd:element>
    <xsd:element name="MediaServiceEventHashCode" ma:index="36" nillable="true" ma:displayName="MediaServiceEventHashCode" ma:hidden="true" ma:internalName="MediaServiceEventHashCode" ma:readOnly="true">
      <xsd:simpleType>
        <xsd:restriction base="dms:Text"/>
      </xsd:simpleType>
    </xsd:element>
    <xsd:element name="MediaServiceDateTaken" ma:index="37"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4224164-2045-4b51-92bb-313d0f626d83" elementFormDefault="qualified">
    <xsd:import namespace="http://schemas.microsoft.com/office/2006/documentManagement/types"/>
    <xsd:import namespace="http://schemas.microsoft.com/office/infopath/2007/PartnerControls"/>
    <xsd:element name="SharedWithUsers" ma:index="3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31" nillable="true" ma:displayName="Shared With Details" ma:internalName="SharedWithDetails" ma:readOnly="true">
      <xsd:simpleType>
        <xsd:restriction base="dms:Note">
          <xsd:maxLength value="255"/>
        </xsd:restriction>
      </xsd:simpleType>
    </xsd:element>
    <xsd:element name="SharingHintHash" ma:index="3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EDD01B8-816B-49B7-8C81-03AB51D87C54}">
  <ds:schemaRefs>
    <ds:schemaRef ds:uri="http://purl.org/dc/dcmitype/"/>
    <ds:schemaRef ds:uri="bf3e1746-bde1-4d6e-9c3f-7182572f7502"/>
    <ds:schemaRef ds:uri="http://purl.org/dc/terms/"/>
    <ds:schemaRef ds:uri="http://purl.org/dc/elements/1.1/"/>
    <ds:schemaRef ds:uri="http://schemas.microsoft.com/office/2006/documentManagement/types"/>
    <ds:schemaRef ds:uri="http://www.w3.org/XML/1998/namespace"/>
    <ds:schemaRef ds:uri="http://schemas.microsoft.com/office/infopath/2007/PartnerControls"/>
    <ds:schemaRef ds:uri="http://schemas.openxmlformats.org/package/2006/metadata/core-properties"/>
    <ds:schemaRef ds:uri="14224164-2045-4b51-92bb-313d0f626d83"/>
    <ds:schemaRef ds:uri="http://schemas.microsoft.com/office/2006/metadata/properties"/>
  </ds:schemaRefs>
</ds:datastoreItem>
</file>

<file path=customXml/itemProps2.xml><?xml version="1.0" encoding="utf-8"?>
<ds:datastoreItem xmlns:ds="http://schemas.openxmlformats.org/officeDocument/2006/customXml" ds:itemID="{B024FD56-CE1B-42FC-9E83-BFBF160724C6}">
  <ds:schemaRefs>
    <ds:schemaRef ds:uri="http://schemas.microsoft.com/sharepoint/v3/contenttype/forms"/>
  </ds:schemaRefs>
</ds:datastoreItem>
</file>

<file path=customXml/itemProps3.xml><?xml version="1.0" encoding="utf-8"?>
<ds:datastoreItem xmlns:ds="http://schemas.openxmlformats.org/officeDocument/2006/customXml" ds:itemID="{A129B439-51BE-4A7D-9272-FBD057297E6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f3e1746-bde1-4d6e-9c3f-7182572f7502"/>
    <ds:schemaRef ds:uri="14224164-2045-4b51-92bb-313d0f626d8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Plantilla_PPTX_Videos</Template>
  <TotalTime>3786</TotalTime>
  <Words>2118</Words>
  <Application>Microsoft Office PowerPoint</Application>
  <PresentationFormat>Widescreen</PresentationFormat>
  <Paragraphs>199</Paragraphs>
  <Slides>26</Slides>
  <Notes>26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-apple-system</vt:lpstr>
      <vt:lpstr>Arial</vt:lpstr>
      <vt:lpstr>Calibri</vt:lpstr>
      <vt:lpstr>Cambria Math</vt:lpstr>
      <vt:lpstr>Segoe UI</vt:lpstr>
      <vt:lpstr>Segoe UI Light</vt:lpstr>
      <vt:lpstr>Segoe UI Semibold</vt:lpstr>
      <vt:lpstr>Tema de R.TeachingResearchGuide</vt:lpstr>
      <vt:lpstr>PowerPoint Presentation</vt:lpstr>
      <vt:lpstr>La precipitación máxima en 24 horas (PMax24h), definida como el mayor acumulado de lluvia en 24 horas registrado en una estación para cada año de observación, es un insumo clave para la simulación de eventos extremos y el dimensionamiento de infraestructura hidráulica expuesta a lluvias intensas (como puentes, canales, desvíos de ríos, presas y aliviaderos), con el fin de prevenir sobrecostos o fallas catastróficas.</vt:lpstr>
      <vt:lpstr>En este estudio se evalúa el ajuste de registros de PMax24h* de la red de estaciones automáticas de Colombia a funciones empíricas de distribución (EDF) y a funciones de distribución de probabilidad paramétricas (PDF).   Se utilizó la prueba de Kolmogorov–Smirnov (K-S) como criterio de evaluación.   *A partir de los valores de lluvia registrados cada 10 minutos, disponibles en www.datos.gov.co, correspondientes a 262 millones de registros hasta 2025 en 594 estaciones.</vt:lpstr>
      <vt:lpstr>PowerPoint Presentation</vt:lpstr>
      <vt:lpstr>Funciones de distribución de probabilidad (PDF)   Describen la probabilidad relativa de que una variable aleatoria continua se encuentre dentro de un rango específico (como la lluvia en cualquier momento), donde el área total bajo su curva es igual a 1 y el área sobre cualquier intervalo proporciona la probabilidad real para ese rango.</vt:lpstr>
      <vt:lpstr>Para el desarrollo del estudio se han seleccionado 80 de las más de 100 distribuciones de probabilidad (PDF) del submódulo de estadística de Python dentro de la biblioteca SciPy.   Distribuciones (80 evaluadas + 80 log): • Alpha •Anglit •Arcsine •Argus •Beta •Beta prime •Bradford •Burr (Type III) •Burr (Type III) 12 •Cosine •Crystalball •Double gamma •Double Weibull •Erlang •Exponentially modified Normal •Exponential power •Exponentiated Weibull •F •Fatigue-life (Birnbaum-Saunders) •Fold Normal •Gamma •Gauss hypergeometric •Generalized exponential •Generalized exponential •Generalized gamma •Generalized half-logistic •Generalized logistic •Generalized Normal •Generalized Pareto •Gompertz (or truncated Gumbel) •Gumbel Left Skew •Gumbel Right Skew •Upper half of a generalized normal •Half-logistic •Half Normal •hyperbolic secant •Inverted gamma •Inverse Gaussian •Inverted Weibull •Johnson SB •Johnson Su •Kappa 3 •Kappa 4 •Kolmogorov-Smirnov one-sided test statistic distribution •Limiting distribution of scaled Kolmogorov-Smirnov two-sided test statistic •Laplace •Left-skewed Levy •Log gamma •Logistic (or Sech-squared) •Log-Laplace •Lomax (Pareto of the second kind) •Maxwell •Mielke Beta-Kappa / Dagum •Moyal •Nakagami •Non-central F distribution •Non-central Student’s t •Normal •Pearson type III •Power-function •Rayleigh •R-distributed (symmetric beta) •Rice •Semicircular •Skew normal •Student’s t •Trapezoid •Triangular •Truncated exponential •Truncated normal •Upper truncated Pareto •Doubly truncated Weibull minimum •Tukey-Lamdba •Uniform •Von Mises •Von Mises line •Wald •Weibull maximum •Weibull minimum •Wrapped Cauchy.</vt:lpstr>
      <vt:lpstr>Funciones de Distribución Empíricas (EDF) (12 evaluadas)   Es una estimación escalonada de una verdadera Función de Distribución Acumulada (CDF) basada en datos de muestra observados, que representa la proporción de puntos de datos menores o iguales a un valor dado.   Se calcula con el tamaño total de la muestra (n) y el parámetro o número de orden (m) de cada dato, que significa la posición de x valores en una lista de orden ascendente.</vt:lpstr>
      <vt:lpstr>Análisis de mejor ajuste   Tras filtrar la base inicial de 594 a 264 estaciones, considerando una longitud de registros (n) mayor o igual a 8 años, se realizaron 506880* pruebas de ajuste, para luego realizar la evaluación consolidada a nivel regional por áreas hidrográficas.   *264 estaciones x 12 funciones empíricas (EDF) x 160 distribuciones de probabilidad (PDF y log-PDF)</vt:lpstr>
      <vt:lpstr>PowerPoint Presentation</vt:lpstr>
      <vt:lpstr>Estación: Páramo de Guerrero 21206930 •Climatológica Principal •Automática con Telemetría •Instalada en 01/12/2004 •Altitud: 3237 msnm •Municipio: Zipaquirá •AH: Magdalena Cauca •ZH: Alto Magdalena •SZH: Río Bogotá </vt:lpstr>
      <vt:lpstr>Estación: Páramo de Guerrero 21206930 •Climatológica Principal •Automática con Telemetría •Instalada en 01/12/2004 •Altitud: 3237 msnm •Municipio: Zipaquirá •AH: Magdalena Cauca •ZH: Alto Magdalena •SZH: Río Bogotá </vt:lpstr>
      <vt:lpstr>Estación: Páramo de Guerrero 21206930</vt:lpstr>
      <vt:lpstr>Estación: Páramo de Guerrero 21206930</vt:lpstr>
      <vt:lpstr>Clasificación de EDF con mejor ajuste global para las 264 estaciones evaluadas en Colombia.</vt:lpstr>
      <vt:lpstr>Clasificación de PDF con mejor ajuste global para las 264 estaciones evaluadas en Colombia.</vt:lpstr>
      <vt:lpstr>PowerPoint Presentation</vt:lpstr>
      <vt:lpstr>PowerPoint Presentation</vt:lpstr>
      <vt:lpstr>PowerPoint Presentation</vt:lpstr>
      <vt:lpstr>Funciones de Distribución de Probabilidad (PDF) mas utilizadas en Hidrología </vt:lpstr>
      <vt:lpstr>Análisis entre PDF de mejor ajuste y PDF’s más utilizadas en hidrología</vt:lpstr>
      <vt:lpstr>Análisis entre PDF de mejor ajuste y PDF’s más utilizadas en hidrología</vt:lpstr>
      <vt:lpstr>PowerPoint Presentation</vt:lpstr>
      <vt:lpstr>PowerPoint Presentation</vt:lpstr>
      <vt:lpstr>PowerPoint Presentation</vt:lpstr>
      <vt:lpstr>PowerPoint Presentation</vt:lpstr>
      <vt:lpstr>Gracias por su atención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SIGE - Retos y Oportunidades</dc:title>
  <dc:creator/>
  <cp:lastModifiedBy>WILLIAM RICARDO AGUILAR PIÑA</cp:lastModifiedBy>
  <cp:revision>496</cp:revision>
  <dcterms:created xsi:type="dcterms:W3CDTF">2022-08-04T19:07:18Z</dcterms:created>
  <dcterms:modified xsi:type="dcterms:W3CDTF">2026-05-13T15:15:56Z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0x010100C089011499791B4EB69D0A56FFA67F2B</vt:lpwstr>
  </property>
  <property fmtid="{D5CDD505-2E9C-101B-9397-08002B2CF9AE}" pid="3" name="Order">
    <vt:r8>74062900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ies>
</file>