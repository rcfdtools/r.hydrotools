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3E1E1-955B-F5D6-518E-620203F39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4A69F8-DE13-7238-8988-801AC7521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185496-E336-DA8D-082C-DFDFAFD8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019F61-2E3B-03FA-E228-3270E6470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B41685-B4C1-623A-A716-8CD8DCD5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183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3B7EF-E773-FA6C-C107-48C76B904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6BDA09-02CE-AB12-DABD-1343EFBB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624741-2A68-18C1-A7AC-CBBC815C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0A5393-B170-460C-48BD-2BFB7C60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B147CC-6740-C15C-7179-0F7FA906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766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D9025-2D63-B5B3-948A-546AAF28B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3E5FD6-4A20-B5C3-E2D2-292F7A277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F185C3-2594-840A-E79D-38029E553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D6B068-A6A8-6228-99C3-A8567E24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A69D8A-DA24-06CF-DD58-BA7647952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924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0BDFC3-4FB4-4D9B-AFDF-F371C63C7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D04E11-EA83-4A3A-D1B6-895563AA90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842736-2A8C-4A6F-6252-F8D78DC76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564376-9DF8-B4EF-1A2B-8AFEB43F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C48B311-C9D2-2165-3079-17C33CDDC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5CEBA62-41B1-1DAD-4118-9E28D57F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53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1737A-05EB-CCF8-DAC1-BFA7D4A6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F20F39-D25C-B196-DE25-9C0A9B069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2F9382-28B9-8C18-42C5-51695D49B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27C3E9-1F80-8FE5-912E-0351EA7A5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7919731-A2D0-0BE4-659D-0C97AA62BC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E1B23EB-43C3-EC05-CC15-C0120059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4BB242C-7513-0423-E05F-92F1D792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87E842C-D4C0-F9F0-D416-E71BB8058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124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D06FF-6C65-AF49-6319-244439C56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4D94A0E-4E0B-ACE1-762D-ADBCE45B3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35E45B-124E-FA5F-596B-9B27FA0F8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2192584-CB9C-C1A1-337B-1AB38041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854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A11D842-57AD-12B0-B5F7-1B9BBF0F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F64D16-3263-0246-4701-6D5075CD2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8B5171-B82C-14A3-DF6A-FD6990BC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2878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AD945-DDFB-5C1D-EB76-67707BDA0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06403-1327-3623-5337-323683FE1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B4A106-7D1C-38A4-2FE8-EE40A378C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5308BC-3DC3-2BDE-E224-631623CF8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4790F9D-6FF9-6497-35D7-5AA0D4E6C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1495E2-B143-1BC8-E13A-19A11970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2215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7FC18-0DD4-C326-17F6-81C4D611A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8837048-F838-95BD-CE12-9ED3E00A07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EF269F5-072E-F1D1-A05F-456AA96DC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DFB3809-F344-5794-876B-649F08429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7B5ED3-B859-8766-37CB-A5CCA5509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C21EE7-4A88-75B5-CE9E-E885D36B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157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90B90-A32B-E2C3-45B1-A39F49C3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387599-186D-7722-7F45-E8071FBEF2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FDD9AE-FF19-C3D7-E3B2-52EAFF5F6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57E29B-F7CD-8453-E8BF-EDEA0C9AF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56DFAE-C194-0CE6-5587-1022D3BC0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893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9FCDDE-6993-2FC9-4479-0537740A1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1F61778-5197-7FF4-AF90-DC1075292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B2A728-1044-59E5-8B04-FF195ECCB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44358F-1350-C3CD-E32B-F6AA2715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F4274C-8450-2C97-12F2-D7F8E6A1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78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891346-F7DA-318D-9914-50967CA70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7A16CF-EF36-7627-EBA5-E37A1C656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51DB88-5A0C-E701-C30C-C5FA4520B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67096-5D6D-4752-8493-125A8E4D9C0E}" type="datetimeFigureOut">
              <a:rPr lang="es-CO" smtClean="0"/>
              <a:t>15/04/2026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067E6-E733-E9A2-DEF7-D4709DEAE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4C02D5-2087-BD7D-2D09-39BDE968F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C08AE-70AE-47FD-88E5-6543D88634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8565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3C819B3-BD18-B98D-1748-151A0AAF0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42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175199E146F3D4C88234A8D3F5D148B" ma:contentTypeVersion="18" ma:contentTypeDescription="Crear nuevo documento." ma:contentTypeScope="" ma:versionID="64a0b4c347ae9984d7e257a4ce703256">
  <xsd:schema xmlns:xsd="http://www.w3.org/2001/XMLSchema" xmlns:xs="http://www.w3.org/2001/XMLSchema" xmlns:p="http://schemas.microsoft.com/office/2006/metadata/properties" xmlns:ns2="ff062aa5-72bf-46c0-9b46-229027462acb" xmlns:ns3="ba6003ae-dad1-4bc3-99f1-47a75784f2fc" targetNamespace="http://schemas.microsoft.com/office/2006/metadata/properties" ma:root="true" ma:fieldsID="48bdfcb60acfdb37956c2a45c6b8b055" ns2:_="" ns3:_="">
    <xsd:import namespace="ff062aa5-72bf-46c0-9b46-229027462acb"/>
    <xsd:import namespace="ba6003ae-dad1-4bc3-99f1-47a75784f2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Orden" minOccurs="0"/>
                <xsd:element ref="ns2:Listado_x0020_de_x0020_asistenci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062aa5-72bf-46c0-9b46-229027462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f7331b8a-05de-44c0-bd9b-2e2f71038b1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Orden" ma:index="24" nillable="true" ma:displayName="Orden" ma:decimals="0" ma:format="Dropdown" ma:internalName="Orden" ma:percentage="FALSE">
      <xsd:simpleType>
        <xsd:restriction base="dms:Number"/>
      </xsd:simpleType>
    </xsd:element>
    <xsd:element name="Listado_x0020_de_x0020_asistencia" ma:index="25" nillable="true" ma:displayName="Listado de asistencia" ma:format="Hyperlink" ma:internalName="Listado_x0020_de_x0020_asistencia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6003ae-dad1-4bc3-99f1-47a75784f2fc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b551609-de24-40d1-bb9d-a260e32c4918}" ma:internalName="TaxCatchAll" ma:showField="CatchAllData" ma:web="ba6003ae-dad1-4bc3-99f1-47a75784f2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rden xmlns="ff062aa5-72bf-46c0-9b46-229027462acb" xsi:nil="true"/>
    <Listado_x0020_de_x0020_asistencia xmlns="ff062aa5-72bf-46c0-9b46-229027462acb">
      <Url xsi:nil="true"/>
      <Description xsi:nil="true"/>
    </Listado_x0020_de_x0020_asistencia>
    <TaxCatchAll xmlns="ba6003ae-dad1-4bc3-99f1-47a75784f2fc" xsi:nil="true"/>
    <lcf76f155ced4ddcb4097134ff3c332f xmlns="ff062aa5-72bf-46c0-9b46-229027462a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869C312-CC20-46CE-BA35-50DFE395F8F5}"/>
</file>

<file path=customXml/itemProps2.xml><?xml version="1.0" encoding="utf-8"?>
<ds:datastoreItem xmlns:ds="http://schemas.openxmlformats.org/officeDocument/2006/customXml" ds:itemID="{4FD57F50-2A51-46C0-9CF7-035E8990E3B2}"/>
</file>

<file path=customXml/itemProps3.xml><?xml version="1.0" encoding="utf-8"?>
<ds:datastoreItem xmlns:ds="http://schemas.openxmlformats.org/officeDocument/2006/customXml" ds:itemID="{5D130117-639F-4FAC-8825-8596355C9609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Sociedad Colombiana de Ingenieros</dc:creator>
  <cp:lastModifiedBy>Sociedad Colombiana de Ingenieros</cp:lastModifiedBy>
  <cp:revision>1</cp:revision>
  <dcterms:created xsi:type="dcterms:W3CDTF">2026-04-15T17:36:34Z</dcterms:created>
  <dcterms:modified xsi:type="dcterms:W3CDTF">2026-04-15T17:37:28Z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0x0101007175199E146F3D4C88234A8D3F5D148B</vt:lpwstr>
  </property>
</Properties>
</file>